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Arial MT Pro Bold" panose="020B0604020202020204" charset="0"/>
      <p:regular r:id="rId11"/>
    </p:embeddedFont>
    <p:embeddedFont>
      <p:font typeface="Calibri (MS)" panose="020B0604020202020204" charset="0"/>
      <p:regular r:id="rId12"/>
    </p:embeddedFont>
    <p:embeddedFont>
      <p:font typeface="Calibri (MS) Bold" panose="020B0604020202020204" charset="0"/>
      <p:regular r:id="rId13"/>
    </p:embeddedFont>
    <p:embeddedFont>
      <p:font typeface="Mokoto" panose="020B0604020202020204" charset="0"/>
      <p:regular r:id="rId14"/>
    </p:embeddedFont>
    <p:embeddedFont>
      <p:font typeface="Open Sans" panose="020B0606030504020204" pitchFamily="34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1D5810-0EF9-D415-3652-DA0051B0E974}" v="2" dt="2026-05-16T11:12:08.4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Теодор Спасов Тодоров" userId="S::tstodorov24@codingburgas.bg::823f7514-8a56-4f03-8e58-c9590073ed01" providerId="AD" clId="Web-{A91D5810-0EF9-D415-3652-DA0051B0E974}"/>
    <pc:docChg chg="modSld modMainMaster">
      <pc:chgData name="Теодор Спасов Тодоров" userId="S::tstodorov24@codingburgas.bg::823f7514-8a56-4f03-8e58-c9590073ed01" providerId="AD" clId="Web-{A91D5810-0EF9-D415-3652-DA0051B0E974}" dt="2026-05-16T11:12:08.488" v="1"/>
      <pc:docMkLst>
        <pc:docMk/>
      </pc:docMkLst>
      <pc:sldChg chg="modTransition">
        <pc:chgData name="Теодор Спасов Тодоров" userId="S::tstodorov24@codingburgas.bg::823f7514-8a56-4f03-8e58-c9590073ed01" providerId="AD" clId="Web-{A91D5810-0EF9-D415-3652-DA0051B0E974}" dt="2026-05-16T11:12:08.488" v="1"/>
        <pc:sldMkLst>
          <pc:docMk/>
          <pc:sldMk cId="0" sldId="256"/>
        </pc:sldMkLst>
      </pc:sldChg>
      <pc:sldChg chg="modTransition">
        <pc:chgData name="Теодор Спасов Тодоров" userId="S::tstodorov24@codingburgas.bg::823f7514-8a56-4f03-8e58-c9590073ed01" providerId="AD" clId="Web-{A91D5810-0EF9-D415-3652-DA0051B0E974}" dt="2026-05-16T11:12:08.488" v="1"/>
        <pc:sldMkLst>
          <pc:docMk/>
          <pc:sldMk cId="0" sldId="257"/>
        </pc:sldMkLst>
      </pc:sldChg>
      <pc:sldChg chg="modTransition">
        <pc:chgData name="Теодор Спасов Тодоров" userId="S::tstodorov24@codingburgas.bg::823f7514-8a56-4f03-8e58-c9590073ed01" providerId="AD" clId="Web-{A91D5810-0EF9-D415-3652-DA0051B0E974}" dt="2026-05-16T11:12:08.488" v="1"/>
        <pc:sldMkLst>
          <pc:docMk/>
          <pc:sldMk cId="0" sldId="258"/>
        </pc:sldMkLst>
      </pc:sldChg>
      <pc:sldChg chg="modTransition">
        <pc:chgData name="Теодор Спасов Тодоров" userId="S::tstodorov24@codingburgas.bg::823f7514-8a56-4f03-8e58-c9590073ed01" providerId="AD" clId="Web-{A91D5810-0EF9-D415-3652-DA0051B0E974}" dt="2026-05-16T11:12:08.488" v="1"/>
        <pc:sldMkLst>
          <pc:docMk/>
          <pc:sldMk cId="0" sldId="259"/>
        </pc:sldMkLst>
      </pc:sldChg>
      <pc:sldChg chg="modTransition">
        <pc:chgData name="Теодор Спасов Тодоров" userId="S::tstodorov24@codingburgas.bg::823f7514-8a56-4f03-8e58-c9590073ed01" providerId="AD" clId="Web-{A91D5810-0EF9-D415-3652-DA0051B0E974}" dt="2026-05-16T11:12:08.488" v="1"/>
        <pc:sldMkLst>
          <pc:docMk/>
          <pc:sldMk cId="0" sldId="260"/>
        </pc:sldMkLst>
      </pc:sldChg>
      <pc:sldChg chg="modTransition">
        <pc:chgData name="Теодор Спасов Тодоров" userId="S::tstodorov24@codingburgas.bg::823f7514-8a56-4f03-8e58-c9590073ed01" providerId="AD" clId="Web-{A91D5810-0EF9-D415-3652-DA0051B0E974}" dt="2026-05-16T11:12:08.488" v="1"/>
        <pc:sldMkLst>
          <pc:docMk/>
          <pc:sldMk cId="0" sldId="261"/>
        </pc:sldMkLst>
      </pc:sldChg>
      <pc:sldChg chg="modTransition">
        <pc:chgData name="Теодор Спасов Тодоров" userId="S::tstodorov24@codingburgas.bg::823f7514-8a56-4f03-8e58-c9590073ed01" providerId="AD" clId="Web-{A91D5810-0EF9-D415-3652-DA0051B0E974}" dt="2026-05-16T11:12:08.488" v="1"/>
        <pc:sldMkLst>
          <pc:docMk/>
          <pc:sldMk cId="0" sldId="262"/>
        </pc:sldMkLst>
      </pc:sldChg>
      <pc:sldChg chg="modTransition">
        <pc:chgData name="Теодор Спасов Тодоров" userId="S::tstodorov24@codingburgas.bg::823f7514-8a56-4f03-8e58-c9590073ed01" providerId="AD" clId="Web-{A91D5810-0EF9-D415-3652-DA0051B0E974}" dt="2026-05-16T11:12:08.488" v="1"/>
        <pc:sldMkLst>
          <pc:docMk/>
          <pc:sldMk cId="0" sldId="263"/>
        </pc:sldMkLst>
      </pc:sldChg>
      <pc:sldChg chg="modTransition">
        <pc:chgData name="Теодор Спасов Тодоров" userId="S::tstodorov24@codingburgas.bg::823f7514-8a56-4f03-8e58-c9590073ed01" providerId="AD" clId="Web-{A91D5810-0EF9-D415-3652-DA0051B0E974}" dt="2026-05-16T11:12:08.488" v="1"/>
        <pc:sldMkLst>
          <pc:docMk/>
          <pc:sldMk cId="0" sldId="264"/>
        </pc:sldMkLst>
      </pc:sldChg>
      <pc:sldMasterChg chg="modTransition modSldLayout">
        <pc:chgData name="Теодор Спасов Тодоров" userId="S::tstodorov24@codingburgas.bg::823f7514-8a56-4f03-8e58-c9590073ed01" providerId="AD" clId="Web-{A91D5810-0EF9-D415-3652-DA0051B0E974}" dt="2026-05-16T11:12:08.488" v="1"/>
        <pc:sldMasterMkLst>
          <pc:docMk/>
          <pc:sldMasterMk cId="0" sldId="2147483648"/>
        </pc:sldMasterMkLst>
        <pc:sldLayoutChg chg="modTransition">
          <pc:chgData name="Теодор Спасов Тодоров" userId="S::tstodorov24@codingburgas.bg::823f7514-8a56-4f03-8e58-c9590073ed01" providerId="AD" clId="Web-{A91D5810-0EF9-D415-3652-DA0051B0E974}" dt="2026-05-16T11:12:08.488" v="1"/>
          <pc:sldLayoutMkLst>
            <pc:docMk/>
            <pc:sldMasterMk cId="0" sldId="2147483648"/>
            <pc:sldLayoutMk cId="0" sldId="2147483649"/>
          </pc:sldLayoutMkLst>
        </pc:sldLayoutChg>
        <pc:sldLayoutChg chg="modTransition">
          <pc:chgData name="Теодор Спасов Тодоров" userId="S::tstodorov24@codingburgas.bg::823f7514-8a56-4f03-8e58-c9590073ed01" providerId="AD" clId="Web-{A91D5810-0EF9-D415-3652-DA0051B0E974}" dt="2026-05-16T11:12:08.488" v="1"/>
          <pc:sldLayoutMkLst>
            <pc:docMk/>
            <pc:sldMasterMk cId="0" sldId="2147483648"/>
            <pc:sldLayoutMk cId="0" sldId="2147483650"/>
          </pc:sldLayoutMkLst>
        </pc:sldLayoutChg>
        <pc:sldLayoutChg chg="modTransition">
          <pc:chgData name="Теодор Спасов Тодоров" userId="S::tstodorov24@codingburgas.bg::823f7514-8a56-4f03-8e58-c9590073ed01" providerId="AD" clId="Web-{A91D5810-0EF9-D415-3652-DA0051B0E974}" dt="2026-05-16T11:12:08.488" v="1"/>
          <pc:sldLayoutMkLst>
            <pc:docMk/>
            <pc:sldMasterMk cId="0" sldId="2147483648"/>
            <pc:sldLayoutMk cId="0" sldId="2147483651"/>
          </pc:sldLayoutMkLst>
        </pc:sldLayoutChg>
        <pc:sldLayoutChg chg="modTransition">
          <pc:chgData name="Теодор Спасов Тодоров" userId="S::tstodorov24@codingburgas.bg::823f7514-8a56-4f03-8e58-c9590073ed01" providerId="AD" clId="Web-{A91D5810-0EF9-D415-3652-DA0051B0E974}" dt="2026-05-16T11:12:08.488" v="1"/>
          <pc:sldLayoutMkLst>
            <pc:docMk/>
            <pc:sldMasterMk cId="0" sldId="2147483648"/>
            <pc:sldLayoutMk cId="0" sldId="2147483652"/>
          </pc:sldLayoutMkLst>
        </pc:sldLayoutChg>
        <pc:sldLayoutChg chg="modTransition">
          <pc:chgData name="Теодор Спасов Тодоров" userId="S::tstodorov24@codingburgas.bg::823f7514-8a56-4f03-8e58-c9590073ed01" providerId="AD" clId="Web-{A91D5810-0EF9-D415-3652-DA0051B0E974}" dt="2026-05-16T11:12:08.488" v="1"/>
          <pc:sldLayoutMkLst>
            <pc:docMk/>
            <pc:sldMasterMk cId="0" sldId="2147483648"/>
            <pc:sldLayoutMk cId="0" sldId="2147483653"/>
          </pc:sldLayoutMkLst>
        </pc:sldLayoutChg>
        <pc:sldLayoutChg chg="modTransition">
          <pc:chgData name="Теодор Спасов Тодоров" userId="S::tstodorov24@codingburgas.bg::823f7514-8a56-4f03-8e58-c9590073ed01" providerId="AD" clId="Web-{A91D5810-0EF9-D415-3652-DA0051B0E974}" dt="2026-05-16T11:12:08.488" v="1"/>
          <pc:sldLayoutMkLst>
            <pc:docMk/>
            <pc:sldMasterMk cId="0" sldId="2147483648"/>
            <pc:sldLayoutMk cId="0" sldId="2147483654"/>
          </pc:sldLayoutMkLst>
        </pc:sldLayoutChg>
        <pc:sldLayoutChg chg="modTransition">
          <pc:chgData name="Теодор Спасов Тодоров" userId="S::tstodorov24@codingburgas.bg::823f7514-8a56-4f03-8e58-c9590073ed01" providerId="AD" clId="Web-{A91D5810-0EF9-D415-3652-DA0051B0E974}" dt="2026-05-16T11:12:08.488" v="1"/>
          <pc:sldLayoutMkLst>
            <pc:docMk/>
            <pc:sldMasterMk cId="0" sldId="2147483648"/>
            <pc:sldLayoutMk cId="0" sldId="2147483655"/>
          </pc:sldLayoutMkLst>
        </pc:sldLayoutChg>
        <pc:sldLayoutChg chg="modTransition">
          <pc:chgData name="Теодор Спасов Тодоров" userId="S::tstodorov24@codingburgas.bg::823f7514-8a56-4f03-8e58-c9590073ed01" providerId="AD" clId="Web-{A91D5810-0EF9-D415-3652-DA0051B0E974}" dt="2026-05-16T11:12:08.488" v="1"/>
          <pc:sldLayoutMkLst>
            <pc:docMk/>
            <pc:sldMasterMk cId="0" sldId="2147483648"/>
            <pc:sldLayoutMk cId="0" sldId="2147483656"/>
          </pc:sldLayoutMkLst>
        </pc:sldLayoutChg>
        <pc:sldLayoutChg chg="modTransition">
          <pc:chgData name="Теодор Спасов Тодоров" userId="S::tstodorov24@codingburgas.bg::823f7514-8a56-4f03-8e58-c9590073ed01" providerId="AD" clId="Web-{A91D5810-0EF9-D415-3652-DA0051B0E974}" dt="2026-05-16T11:12:08.488" v="1"/>
          <pc:sldLayoutMkLst>
            <pc:docMk/>
            <pc:sldMasterMk cId="0" sldId="2147483648"/>
            <pc:sldLayoutMk cId="0" sldId="2147483657"/>
          </pc:sldLayoutMkLst>
        </pc:sldLayoutChg>
        <pc:sldLayoutChg chg="modTransition">
          <pc:chgData name="Теодор Спасов Тодоров" userId="S::tstodorov24@codingburgas.bg::823f7514-8a56-4f03-8e58-c9590073ed01" providerId="AD" clId="Web-{A91D5810-0EF9-D415-3652-DA0051B0E974}" dt="2026-05-16T11:12:08.488" v="1"/>
          <pc:sldLayoutMkLst>
            <pc:docMk/>
            <pc:sldMasterMk cId="0" sldId="2147483648"/>
            <pc:sldLayoutMk cId="0" sldId="2147483658"/>
          </pc:sldLayoutMkLst>
        </pc:sldLayoutChg>
        <pc:sldLayoutChg chg="modTransition">
          <pc:chgData name="Теодор Спасов Тодоров" userId="S::tstodorov24@codingburgas.bg::823f7514-8a56-4f03-8e58-c9590073ed01" providerId="AD" clId="Web-{A91D5810-0EF9-D415-3652-DA0051B0E974}" dt="2026-05-16T11:12:08.488" v="1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0.sv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8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226321" y="-4893170"/>
            <a:ext cx="10260281" cy="8229600"/>
          </a:xfrm>
          <a:custGeom>
            <a:avLst/>
            <a:gdLst/>
            <a:ahLst/>
            <a:cxnLst/>
            <a:rect l="l" t="t" r="r" b="b"/>
            <a:pathLst>
              <a:path w="10260281" h="8229600">
                <a:moveTo>
                  <a:pt x="0" y="0"/>
                </a:moveTo>
                <a:lnTo>
                  <a:pt x="10260280" y="0"/>
                </a:lnTo>
                <a:lnTo>
                  <a:pt x="1026028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1485033" y="-275173"/>
            <a:ext cx="7480758" cy="3297768"/>
          </a:xfrm>
          <a:custGeom>
            <a:avLst/>
            <a:gdLst/>
            <a:ahLst/>
            <a:cxnLst/>
            <a:rect l="l" t="t" r="r" b="b"/>
            <a:pathLst>
              <a:path w="7480758" h="3297768">
                <a:moveTo>
                  <a:pt x="7480758" y="3297767"/>
                </a:moveTo>
                <a:lnTo>
                  <a:pt x="0" y="3297767"/>
                </a:lnTo>
                <a:lnTo>
                  <a:pt x="0" y="0"/>
                </a:lnTo>
                <a:lnTo>
                  <a:pt x="7480758" y="0"/>
                </a:lnTo>
                <a:lnTo>
                  <a:pt x="7480758" y="329776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648180" y="8089934"/>
            <a:ext cx="6065826" cy="2674018"/>
          </a:xfrm>
          <a:custGeom>
            <a:avLst/>
            <a:gdLst/>
            <a:ahLst/>
            <a:cxnLst/>
            <a:rect l="l" t="t" r="r" b="b"/>
            <a:pathLst>
              <a:path w="6065826" h="2674018">
                <a:moveTo>
                  <a:pt x="0" y="0"/>
                </a:moveTo>
                <a:lnTo>
                  <a:pt x="6065826" y="0"/>
                </a:lnTo>
                <a:lnTo>
                  <a:pt x="6065826" y="2674018"/>
                </a:lnTo>
                <a:lnTo>
                  <a:pt x="0" y="2674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1941170" y="8892668"/>
            <a:ext cx="7949063" cy="7971710"/>
          </a:xfrm>
          <a:custGeom>
            <a:avLst/>
            <a:gdLst/>
            <a:ahLst/>
            <a:cxnLst/>
            <a:rect l="l" t="t" r="r" b="b"/>
            <a:pathLst>
              <a:path w="7949063" h="7971710">
                <a:moveTo>
                  <a:pt x="7949062" y="0"/>
                </a:moveTo>
                <a:lnTo>
                  <a:pt x="0" y="0"/>
                </a:lnTo>
                <a:lnTo>
                  <a:pt x="0" y="7971710"/>
                </a:lnTo>
                <a:lnTo>
                  <a:pt x="7949062" y="7971710"/>
                </a:lnTo>
                <a:lnTo>
                  <a:pt x="794906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-1698038" y="-1715344"/>
            <a:ext cx="4043362" cy="4114800"/>
          </a:xfrm>
          <a:custGeom>
            <a:avLst/>
            <a:gdLst/>
            <a:ahLst/>
            <a:cxnLst/>
            <a:rect l="l" t="t" r="r" b="b"/>
            <a:pathLst>
              <a:path w="4043362" h="4114800">
                <a:moveTo>
                  <a:pt x="4043363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043363" y="0"/>
                </a:lnTo>
                <a:lnTo>
                  <a:pt x="4043363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5400000">
            <a:off x="-1376367" y="3428684"/>
            <a:ext cx="2512488" cy="3768732"/>
          </a:xfrm>
          <a:custGeom>
            <a:avLst/>
            <a:gdLst/>
            <a:ahLst/>
            <a:cxnLst/>
            <a:rect l="l" t="t" r="r" b="b"/>
            <a:pathLst>
              <a:path w="2512488" h="3768732">
                <a:moveTo>
                  <a:pt x="0" y="0"/>
                </a:moveTo>
                <a:lnTo>
                  <a:pt x="2512488" y="0"/>
                </a:lnTo>
                <a:lnTo>
                  <a:pt x="2512488" y="3768732"/>
                </a:lnTo>
                <a:lnTo>
                  <a:pt x="0" y="376873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811174" y="-4660026"/>
            <a:ext cx="10260281" cy="8229600"/>
          </a:xfrm>
          <a:custGeom>
            <a:avLst/>
            <a:gdLst/>
            <a:ahLst/>
            <a:cxnLst/>
            <a:rect l="l" t="t" r="r" b="b"/>
            <a:pathLst>
              <a:path w="10260281" h="8229600">
                <a:moveTo>
                  <a:pt x="0" y="0"/>
                </a:moveTo>
                <a:lnTo>
                  <a:pt x="10260281" y="0"/>
                </a:lnTo>
                <a:lnTo>
                  <a:pt x="1026028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431051">
            <a:off x="477419" y="5943881"/>
            <a:ext cx="5608617" cy="2811319"/>
          </a:xfrm>
          <a:custGeom>
            <a:avLst/>
            <a:gdLst/>
            <a:ahLst/>
            <a:cxnLst/>
            <a:rect l="l" t="t" r="r" b="b"/>
            <a:pathLst>
              <a:path w="5608617" h="2811319">
                <a:moveTo>
                  <a:pt x="0" y="0"/>
                </a:moveTo>
                <a:lnTo>
                  <a:pt x="5608616" y="0"/>
                </a:lnTo>
                <a:lnTo>
                  <a:pt x="5608616" y="2811319"/>
                </a:lnTo>
                <a:lnTo>
                  <a:pt x="0" y="28113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028700" y="-3959541"/>
            <a:ext cx="16032694" cy="16032694"/>
          </a:xfrm>
          <a:custGeom>
            <a:avLst/>
            <a:gdLst/>
            <a:ahLst/>
            <a:cxnLst/>
            <a:rect l="l" t="t" r="r" b="b"/>
            <a:pathLst>
              <a:path w="16032694" h="16032694">
                <a:moveTo>
                  <a:pt x="0" y="0"/>
                </a:moveTo>
                <a:lnTo>
                  <a:pt x="16032694" y="0"/>
                </a:lnTo>
                <a:lnTo>
                  <a:pt x="16032694" y="16032694"/>
                </a:lnTo>
                <a:lnTo>
                  <a:pt x="0" y="1603269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82717" y="-371321"/>
            <a:ext cx="18948811" cy="10850566"/>
            <a:chOff x="0" y="0"/>
            <a:chExt cx="4990633" cy="28577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990633" cy="2857762"/>
            </a:xfrm>
            <a:custGeom>
              <a:avLst/>
              <a:gdLst/>
              <a:ahLst/>
              <a:cxnLst/>
              <a:rect l="l" t="t" r="r" b="b"/>
              <a:pathLst>
                <a:path w="4990633" h="2857762">
                  <a:moveTo>
                    <a:pt x="0" y="0"/>
                  </a:moveTo>
                  <a:lnTo>
                    <a:pt x="4990633" y="0"/>
                  </a:lnTo>
                  <a:lnTo>
                    <a:pt x="4990633" y="2857762"/>
                  </a:lnTo>
                  <a:lnTo>
                    <a:pt x="0" y="2857762"/>
                  </a:lnTo>
                  <a:close/>
                </a:path>
              </a:pathLst>
            </a:custGeom>
            <a:solidFill>
              <a:srgbClr val="000000">
                <a:alpha val="69804"/>
              </a:srgbClr>
            </a:solidFill>
            <a:ln w="123825" cap="sq">
              <a:solidFill>
                <a:srgbClr val="000000">
                  <a:alpha val="69804"/>
                </a:srgbClr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990633" cy="28958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5400000">
            <a:off x="8944306" y="5180427"/>
            <a:ext cx="399388" cy="8135684"/>
          </a:xfrm>
          <a:custGeom>
            <a:avLst/>
            <a:gdLst/>
            <a:ahLst/>
            <a:cxnLst/>
            <a:rect l="l" t="t" r="r" b="b"/>
            <a:pathLst>
              <a:path w="399388" h="8135684">
                <a:moveTo>
                  <a:pt x="0" y="0"/>
                </a:moveTo>
                <a:lnTo>
                  <a:pt x="399388" y="0"/>
                </a:lnTo>
                <a:lnTo>
                  <a:pt x="399388" y="8135683"/>
                </a:lnTo>
                <a:lnTo>
                  <a:pt x="0" y="81356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999"/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800000">
            <a:off x="-1095397" y="-662034"/>
            <a:ext cx="3775893" cy="3604261"/>
          </a:xfrm>
          <a:custGeom>
            <a:avLst/>
            <a:gdLst/>
            <a:ahLst/>
            <a:cxnLst/>
            <a:rect l="l" t="t" r="r" b="b"/>
            <a:pathLst>
              <a:path w="3775893" h="3604261">
                <a:moveTo>
                  <a:pt x="0" y="0"/>
                </a:moveTo>
                <a:lnTo>
                  <a:pt x="3775893" y="0"/>
                </a:lnTo>
                <a:lnTo>
                  <a:pt x="3775893" y="3604261"/>
                </a:lnTo>
                <a:lnTo>
                  <a:pt x="0" y="36042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>
            <a:off x="15848863" y="7246444"/>
            <a:ext cx="3775893" cy="3604261"/>
          </a:xfrm>
          <a:custGeom>
            <a:avLst/>
            <a:gdLst/>
            <a:ahLst/>
            <a:cxnLst/>
            <a:rect l="l" t="t" r="r" b="b"/>
            <a:pathLst>
              <a:path w="3775893" h="3604261">
                <a:moveTo>
                  <a:pt x="0" y="0"/>
                </a:moveTo>
                <a:lnTo>
                  <a:pt x="3775893" y="0"/>
                </a:lnTo>
                <a:lnTo>
                  <a:pt x="3775893" y="3604261"/>
                </a:lnTo>
                <a:lnTo>
                  <a:pt x="0" y="36042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107698" y="785433"/>
            <a:ext cx="15304962" cy="1417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940"/>
              </a:lnSpc>
            </a:pPr>
            <a:r>
              <a:rPr lang="en-US" sz="9116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Table of Contents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2935840" y="2361707"/>
            <a:ext cx="5228296" cy="157035"/>
            <a:chOff x="0" y="0"/>
            <a:chExt cx="3914991" cy="117589"/>
          </a:xfrm>
        </p:grpSpPr>
        <p:sp>
          <p:nvSpPr>
            <p:cNvPr id="11" name="Freeform 11"/>
            <p:cNvSpPr/>
            <p:nvPr/>
          </p:nvSpPr>
          <p:spPr>
            <a:xfrm>
              <a:off x="6731" y="6731"/>
              <a:ext cx="3901440" cy="104140"/>
            </a:xfrm>
            <a:custGeom>
              <a:avLst/>
              <a:gdLst/>
              <a:ahLst/>
              <a:cxnLst/>
              <a:rect l="l" t="t" r="r" b="b"/>
              <a:pathLst>
                <a:path w="3901440" h="104140">
                  <a:moveTo>
                    <a:pt x="0" y="0"/>
                  </a:moveTo>
                  <a:lnTo>
                    <a:pt x="3901440" y="0"/>
                  </a:lnTo>
                  <a:lnTo>
                    <a:pt x="3901440" y="104140"/>
                  </a:lnTo>
                  <a:lnTo>
                    <a:pt x="0" y="104140"/>
                  </a:lnTo>
                  <a:close/>
                </a:path>
              </a:pathLst>
            </a:custGeom>
            <a:solidFill>
              <a:srgbClr val="007AFF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0" y="0"/>
              <a:ext cx="3914902" cy="117602"/>
            </a:xfrm>
            <a:custGeom>
              <a:avLst/>
              <a:gdLst/>
              <a:ahLst/>
              <a:cxnLst/>
              <a:rect l="l" t="t" r="r" b="b"/>
              <a:pathLst>
                <a:path w="3914902" h="117602">
                  <a:moveTo>
                    <a:pt x="6731" y="0"/>
                  </a:moveTo>
                  <a:lnTo>
                    <a:pt x="3908171" y="0"/>
                  </a:lnTo>
                  <a:cubicBezTo>
                    <a:pt x="3911854" y="0"/>
                    <a:pt x="3914902" y="3048"/>
                    <a:pt x="3914902" y="6731"/>
                  </a:cubicBezTo>
                  <a:lnTo>
                    <a:pt x="3914902" y="110871"/>
                  </a:lnTo>
                  <a:cubicBezTo>
                    <a:pt x="3914902" y="114554"/>
                    <a:pt x="3911854" y="117602"/>
                    <a:pt x="3908171" y="117602"/>
                  </a:cubicBezTo>
                  <a:lnTo>
                    <a:pt x="6731" y="117602"/>
                  </a:lnTo>
                  <a:cubicBezTo>
                    <a:pt x="3048" y="117602"/>
                    <a:pt x="0" y="114554"/>
                    <a:pt x="0" y="110871"/>
                  </a:cubicBezTo>
                  <a:lnTo>
                    <a:pt x="0" y="6731"/>
                  </a:lnTo>
                  <a:cubicBezTo>
                    <a:pt x="0" y="3048"/>
                    <a:pt x="3048" y="0"/>
                    <a:pt x="6731" y="0"/>
                  </a:cubicBezTo>
                  <a:moveTo>
                    <a:pt x="6731" y="13589"/>
                  </a:moveTo>
                  <a:lnTo>
                    <a:pt x="6731" y="6731"/>
                  </a:lnTo>
                  <a:lnTo>
                    <a:pt x="13462" y="6731"/>
                  </a:lnTo>
                  <a:lnTo>
                    <a:pt x="13462" y="110871"/>
                  </a:lnTo>
                  <a:lnTo>
                    <a:pt x="6731" y="110871"/>
                  </a:lnTo>
                  <a:lnTo>
                    <a:pt x="6731" y="104013"/>
                  </a:lnTo>
                  <a:lnTo>
                    <a:pt x="3908171" y="104013"/>
                  </a:lnTo>
                  <a:lnTo>
                    <a:pt x="3908171" y="110744"/>
                  </a:lnTo>
                  <a:lnTo>
                    <a:pt x="3901440" y="110744"/>
                  </a:lnTo>
                  <a:lnTo>
                    <a:pt x="3901440" y="6731"/>
                  </a:lnTo>
                  <a:lnTo>
                    <a:pt x="3908171" y="6731"/>
                  </a:lnTo>
                  <a:lnTo>
                    <a:pt x="3908171" y="13462"/>
                  </a:lnTo>
                  <a:lnTo>
                    <a:pt x="6731" y="13462"/>
                  </a:lnTo>
                  <a:close/>
                </a:path>
              </a:pathLst>
            </a:custGeom>
            <a:solidFill>
              <a:srgbClr val="007AFF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4303829" y="3323535"/>
            <a:ext cx="15145045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18"/>
              </a:lnSpc>
            </a:pPr>
            <a:r>
              <a:rPr lang="en-US" sz="5348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01  Our eam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303829" y="4546255"/>
            <a:ext cx="15145045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18"/>
              </a:lnSpc>
            </a:pPr>
            <a:r>
              <a:rPr lang="en-US" sz="5348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02  What’s StructForce?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303829" y="5768974"/>
            <a:ext cx="15145045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18"/>
              </a:lnSpc>
            </a:pPr>
            <a:r>
              <a:rPr lang="en-US" sz="5348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03  Development Process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303829" y="6991693"/>
            <a:ext cx="15145045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18"/>
              </a:lnSpc>
            </a:pPr>
            <a:r>
              <a:rPr lang="en-US" sz="5348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04  Three-Tier Architecture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303829" y="8214412"/>
            <a:ext cx="15145045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18"/>
              </a:lnSpc>
            </a:pPr>
            <a:r>
              <a:rPr lang="en-US" sz="5348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05 Used programs</a:t>
            </a:r>
          </a:p>
        </p:txBody>
      </p:sp>
      <p:sp>
        <p:nvSpPr>
          <p:cNvPr id="18" name="Freeform 18"/>
          <p:cNvSpPr/>
          <p:nvPr/>
        </p:nvSpPr>
        <p:spPr>
          <a:xfrm>
            <a:off x="14976438" y="-823514"/>
            <a:ext cx="3150948" cy="3150948"/>
          </a:xfrm>
          <a:custGeom>
            <a:avLst/>
            <a:gdLst/>
            <a:ahLst/>
            <a:cxnLst/>
            <a:rect l="l" t="t" r="r" b="b"/>
            <a:pathLst>
              <a:path w="3150948" h="3150948">
                <a:moveTo>
                  <a:pt x="0" y="0"/>
                </a:moveTo>
                <a:lnTo>
                  <a:pt x="3150948" y="0"/>
                </a:lnTo>
                <a:lnTo>
                  <a:pt x="3150948" y="3150948"/>
                </a:lnTo>
                <a:lnTo>
                  <a:pt x="0" y="31509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64661" y="1570201"/>
            <a:ext cx="3443292" cy="124020"/>
            <a:chOff x="0" y="0"/>
            <a:chExt cx="3264751" cy="117589"/>
          </a:xfrm>
        </p:grpSpPr>
        <p:sp>
          <p:nvSpPr>
            <p:cNvPr id="3" name="Freeform 3"/>
            <p:cNvSpPr/>
            <p:nvPr/>
          </p:nvSpPr>
          <p:spPr>
            <a:xfrm>
              <a:off x="6731" y="6731"/>
              <a:ext cx="3251200" cy="104140"/>
            </a:xfrm>
            <a:custGeom>
              <a:avLst/>
              <a:gdLst/>
              <a:ahLst/>
              <a:cxnLst/>
              <a:rect l="l" t="t" r="r" b="b"/>
              <a:pathLst>
                <a:path w="3251200" h="104140">
                  <a:moveTo>
                    <a:pt x="0" y="0"/>
                  </a:moveTo>
                  <a:lnTo>
                    <a:pt x="3251200" y="0"/>
                  </a:lnTo>
                  <a:lnTo>
                    <a:pt x="3251200" y="104140"/>
                  </a:lnTo>
                  <a:lnTo>
                    <a:pt x="0" y="104140"/>
                  </a:lnTo>
                  <a:close/>
                </a:path>
              </a:pathLst>
            </a:custGeom>
            <a:solidFill>
              <a:srgbClr val="007A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3264662" cy="117602"/>
            </a:xfrm>
            <a:custGeom>
              <a:avLst/>
              <a:gdLst/>
              <a:ahLst/>
              <a:cxnLst/>
              <a:rect l="l" t="t" r="r" b="b"/>
              <a:pathLst>
                <a:path w="3264662" h="117602">
                  <a:moveTo>
                    <a:pt x="6731" y="0"/>
                  </a:moveTo>
                  <a:lnTo>
                    <a:pt x="3257931" y="0"/>
                  </a:lnTo>
                  <a:cubicBezTo>
                    <a:pt x="3261614" y="0"/>
                    <a:pt x="3264662" y="3048"/>
                    <a:pt x="3264662" y="6731"/>
                  </a:cubicBezTo>
                  <a:lnTo>
                    <a:pt x="3264662" y="110871"/>
                  </a:lnTo>
                  <a:cubicBezTo>
                    <a:pt x="3264662" y="114554"/>
                    <a:pt x="3261614" y="117602"/>
                    <a:pt x="3257931" y="117602"/>
                  </a:cubicBezTo>
                  <a:lnTo>
                    <a:pt x="6731" y="117602"/>
                  </a:lnTo>
                  <a:cubicBezTo>
                    <a:pt x="3048" y="117602"/>
                    <a:pt x="0" y="114554"/>
                    <a:pt x="0" y="110871"/>
                  </a:cubicBezTo>
                  <a:lnTo>
                    <a:pt x="0" y="6731"/>
                  </a:lnTo>
                  <a:cubicBezTo>
                    <a:pt x="0" y="3048"/>
                    <a:pt x="3048" y="0"/>
                    <a:pt x="6731" y="0"/>
                  </a:cubicBezTo>
                  <a:moveTo>
                    <a:pt x="6731" y="13589"/>
                  </a:moveTo>
                  <a:lnTo>
                    <a:pt x="6731" y="6731"/>
                  </a:lnTo>
                  <a:lnTo>
                    <a:pt x="13462" y="6731"/>
                  </a:lnTo>
                  <a:lnTo>
                    <a:pt x="13462" y="110871"/>
                  </a:lnTo>
                  <a:lnTo>
                    <a:pt x="6731" y="110871"/>
                  </a:lnTo>
                  <a:lnTo>
                    <a:pt x="6731" y="104013"/>
                  </a:lnTo>
                  <a:lnTo>
                    <a:pt x="3257931" y="104013"/>
                  </a:lnTo>
                  <a:lnTo>
                    <a:pt x="3257931" y="110744"/>
                  </a:lnTo>
                  <a:lnTo>
                    <a:pt x="3251200" y="110744"/>
                  </a:lnTo>
                  <a:lnTo>
                    <a:pt x="3251200" y="6731"/>
                  </a:lnTo>
                  <a:lnTo>
                    <a:pt x="3257931" y="6731"/>
                  </a:lnTo>
                  <a:lnTo>
                    <a:pt x="3257931" y="13462"/>
                  </a:lnTo>
                  <a:lnTo>
                    <a:pt x="6731" y="13462"/>
                  </a:lnTo>
                  <a:close/>
                </a:path>
              </a:pathLst>
            </a:custGeom>
            <a:solidFill>
              <a:srgbClr val="4A7EBB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1028700" y="2038353"/>
            <a:ext cx="7780696" cy="3608164"/>
            <a:chOff x="0" y="0"/>
            <a:chExt cx="7377252" cy="3421074"/>
          </a:xfrm>
        </p:grpSpPr>
        <p:sp>
          <p:nvSpPr>
            <p:cNvPr id="6" name="Freeform 6"/>
            <p:cNvSpPr/>
            <p:nvPr/>
          </p:nvSpPr>
          <p:spPr>
            <a:xfrm>
              <a:off x="23638" y="31052"/>
              <a:ext cx="7329909" cy="3358882"/>
            </a:xfrm>
            <a:custGeom>
              <a:avLst/>
              <a:gdLst/>
              <a:ahLst/>
              <a:cxnLst/>
              <a:rect l="l" t="t" r="r" b="b"/>
              <a:pathLst>
                <a:path w="7329909" h="3358882">
                  <a:moveTo>
                    <a:pt x="0" y="559814"/>
                  </a:moveTo>
                  <a:cubicBezTo>
                    <a:pt x="0" y="250604"/>
                    <a:pt x="193103" y="0"/>
                    <a:pt x="431318" y="0"/>
                  </a:cubicBezTo>
                  <a:lnTo>
                    <a:pt x="6898591" y="0"/>
                  </a:lnTo>
                  <a:cubicBezTo>
                    <a:pt x="7136806" y="0"/>
                    <a:pt x="7329909" y="250604"/>
                    <a:pt x="7329909" y="559814"/>
                  </a:cubicBezTo>
                  <a:lnTo>
                    <a:pt x="7329909" y="2799068"/>
                  </a:lnTo>
                  <a:cubicBezTo>
                    <a:pt x="7329909" y="3108278"/>
                    <a:pt x="7136806" y="3358882"/>
                    <a:pt x="6898591" y="3358882"/>
                  </a:cubicBezTo>
                  <a:lnTo>
                    <a:pt x="431318" y="3358882"/>
                  </a:lnTo>
                  <a:cubicBezTo>
                    <a:pt x="193103" y="3358882"/>
                    <a:pt x="0" y="3108278"/>
                    <a:pt x="0" y="2799068"/>
                  </a:cubicBezTo>
                  <a:close/>
                </a:path>
              </a:pathLst>
            </a:custGeom>
            <a:solidFill>
              <a:srgbClr val="1E3264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7377185" cy="3420986"/>
            </a:xfrm>
            <a:custGeom>
              <a:avLst/>
              <a:gdLst/>
              <a:ahLst/>
              <a:cxnLst/>
              <a:rect l="l" t="t" r="r" b="b"/>
              <a:pathLst>
                <a:path w="7377185" h="3420986">
                  <a:moveTo>
                    <a:pt x="0" y="590866"/>
                  </a:moveTo>
                  <a:cubicBezTo>
                    <a:pt x="0" y="264162"/>
                    <a:pt x="203923" y="0"/>
                    <a:pt x="454956" y="0"/>
                  </a:cubicBezTo>
                  <a:lnTo>
                    <a:pt x="6922229" y="0"/>
                  </a:lnTo>
                  <a:lnTo>
                    <a:pt x="6922229" y="31052"/>
                  </a:lnTo>
                  <a:lnTo>
                    <a:pt x="6922229" y="0"/>
                  </a:lnTo>
                  <a:cubicBezTo>
                    <a:pt x="7173262" y="0"/>
                    <a:pt x="7377185" y="264162"/>
                    <a:pt x="7377185" y="590866"/>
                  </a:cubicBezTo>
                  <a:lnTo>
                    <a:pt x="7353547" y="590866"/>
                  </a:lnTo>
                  <a:lnTo>
                    <a:pt x="7377185" y="590866"/>
                  </a:lnTo>
                  <a:lnTo>
                    <a:pt x="7377185" y="2830120"/>
                  </a:lnTo>
                  <a:lnTo>
                    <a:pt x="7353547" y="2830120"/>
                  </a:lnTo>
                  <a:lnTo>
                    <a:pt x="7377185" y="2830120"/>
                  </a:lnTo>
                  <a:cubicBezTo>
                    <a:pt x="7377185" y="3156824"/>
                    <a:pt x="7173262" y="3420986"/>
                    <a:pt x="6922229" y="3420986"/>
                  </a:cubicBezTo>
                  <a:lnTo>
                    <a:pt x="6922229" y="3389934"/>
                  </a:lnTo>
                  <a:lnTo>
                    <a:pt x="6922229" y="3420986"/>
                  </a:lnTo>
                  <a:lnTo>
                    <a:pt x="454956" y="3420986"/>
                  </a:lnTo>
                  <a:lnTo>
                    <a:pt x="454956" y="3389934"/>
                  </a:lnTo>
                  <a:lnTo>
                    <a:pt x="454956" y="3420986"/>
                  </a:lnTo>
                  <a:cubicBezTo>
                    <a:pt x="203923" y="3420986"/>
                    <a:pt x="0" y="3156824"/>
                    <a:pt x="0" y="2830120"/>
                  </a:cubicBezTo>
                  <a:lnTo>
                    <a:pt x="0" y="590866"/>
                  </a:lnTo>
                  <a:lnTo>
                    <a:pt x="23638" y="590866"/>
                  </a:lnTo>
                  <a:lnTo>
                    <a:pt x="0" y="590866"/>
                  </a:lnTo>
                  <a:moveTo>
                    <a:pt x="47277" y="590866"/>
                  </a:moveTo>
                  <a:lnTo>
                    <a:pt x="47277" y="2830120"/>
                  </a:lnTo>
                  <a:lnTo>
                    <a:pt x="23638" y="2830120"/>
                  </a:lnTo>
                  <a:lnTo>
                    <a:pt x="47277" y="2830120"/>
                  </a:lnTo>
                  <a:cubicBezTo>
                    <a:pt x="47277" y="3121836"/>
                    <a:pt x="229559" y="3358882"/>
                    <a:pt x="454956" y="3358882"/>
                  </a:cubicBezTo>
                  <a:lnTo>
                    <a:pt x="6922229" y="3358882"/>
                  </a:lnTo>
                  <a:cubicBezTo>
                    <a:pt x="7147627" y="3358882"/>
                    <a:pt x="7329908" y="3121836"/>
                    <a:pt x="7329908" y="2830120"/>
                  </a:cubicBezTo>
                  <a:lnTo>
                    <a:pt x="7329908" y="590866"/>
                  </a:lnTo>
                  <a:cubicBezTo>
                    <a:pt x="7329908" y="299150"/>
                    <a:pt x="7147627" y="62104"/>
                    <a:pt x="6922229" y="62104"/>
                  </a:cubicBezTo>
                  <a:lnTo>
                    <a:pt x="454956" y="62104"/>
                  </a:lnTo>
                  <a:lnTo>
                    <a:pt x="454956" y="31052"/>
                  </a:lnTo>
                  <a:lnTo>
                    <a:pt x="454956" y="62104"/>
                  </a:lnTo>
                  <a:cubicBezTo>
                    <a:pt x="229559" y="62104"/>
                    <a:pt x="47277" y="299369"/>
                    <a:pt x="47277" y="590866"/>
                  </a:cubicBezTo>
                  <a:close/>
                </a:path>
              </a:pathLst>
            </a:custGeom>
            <a:solidFill>
              <a:srgbClr val="007A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9478604" y="2038353"/>
            <a:ext cx="7780696" cy="3608164"/>
            <a:chOff x="0" y="0"/>
            <a:chExt cx="7377252" cy="3421074"/>
          </a:xfrm>
        </p:grpSpPr>
        <p:sp>
          <p:nvSpPr>
            <p:cNvPr id="9" name="Freeform 9"/>
            <p:cNvSpPr/>
            <p:nvPr/>
          </p:nvSpPr>
          <p:spPr>
            <a:xfrm>
              <a:off x="23638" y="31052"/>
              <a:ext cx="7329909" cy="3358882"/>
            </a:xfrm>
            <a:custGeom>
              <a:avLst/>
              <a:gdLst/>
              <a:ahLst/>
              <a:cxnLst/>
              <a:rect l="l" t="t" r="r" b="b"/>
              <a:pathLst>
                <a:path w="7329909" h="3358882">
                  <a:moveTo>
                    <a:pt x="0" y="559814"/>
                  </a:moveTo>
                  <a:cubicBezTo>
                    <a:pt x="0" y="250604"/>
                    <a:pt x="193103" y="0"/>
                    <a:pt x="431318" y="0"/>
                  </a:cubicBezTo>
                  <a:lnTo>
                    <a:pt x="6898591" y="0"/>
                  </a:lnTo>
                  <a:cubicBezTo>
                    <a:pt x="7136806" y="0"/>
                    <a:pt x="7329909" y="250604"/>
                    <a:pt x="7329909" y="559814"/>
                  </a:cubicBezTo>
                  <a:lnTo>
                    <a:pt x="7329909" y="2799068"/>
                  </a:lnTo>
                  <a:cubicBezTo>
                    <a:pt x="7329909" y="3108278"/>
                    <a:pt x="7136806" y="3358882"/>
                    <a:pt x="6898591" y="3358882"/>
                  </a:cubicBezTo>
                  <a:lnTo>
                    <a:pt x="431318" y="3358882"/>
                  </a:lnTo>
                  <a:cubicBezTo>
                    <a:pt x="193103" y="3358882"/>
                    <a:pt x="0" y="3108278"/>
                    <a:pt x="0" y="2799068"/>
                  </a:cubicBezTo>
                  <a:close/>
                </a:path>
              </a:pathLst>
            </a:custGeom>
            <a:solidFill>
              <a:srgbClr val="1E3264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7377185" cy="3420986"/>
            </a:xfrm>
            <a:custGeom>
              <a:avLst/>
              <a:gdLst/>
              <a:ahLst/>
              <a:cxnLst/>
              <a:rect l="l" t="t" r="r" b="b"/>
              <a:pathLst>
                <a:path w="7377185" h="3420986">
                  <a:moveTo>
                    <a:pt x="0" y="590866"/>
                  </a:moveTo>
                  <a:cubicBezTo>
                    <a:pt x="0" y="264162"/>
                    <a:pt x="203923" y="0"/>
                    <a:pt x="454956" y="0"/>
                  </a:cubicBezTo>
                  <a:lnTo>
                    <a:pt x="6922229" y="0"/>
                  </a:lnTo>
                  <a:lnTo>
                    <a:pt x="6922229" y="31052"/>
                  </a:lnTo>
                  <a:lnTo>
                    <a:pt x="6922229" y="0"/>
                  </a:lnTo>
                  <a:cubicBezTo>
                    <a:pt x="7173262" y="0"/>
                    <a:pt x="7377185" y="264162"/>
                    <a:pt x="7377185" y="590866"/>
                  </a:cubicBezTo>
                  <a:lnTo>
                    <a:pt x="7353547" y="590866"/>
                  </a:lnTo>
                  <a:lnTo>
                    <a:pt x="7377185" y="590866"/>
                  </a:lnTo>
                  <a:lnTo>
                    <a:pt x="7377185" y="2830120"/>
                  </a:lnTo>
                  <a:lnTo>
                    <a:pt x="7353547" y="2830120"/>
                  </a:lnTo>
                  <a:lnTo>
                    <a:pt x="7377185" y="2830120"/>
                  </a:lnTo>
                  <a:cubicBezTo>
                    <a:pt x="7377185" y="3156824"/>
                    <a:pt x="7173262" y="3420986"/>
                    <a:pt x="6922229" y="3420986"/>
                  </a:cubicBezTo>
                  <a:lnTo>
                    <a:pt x="6922229" y="3389934"/>
                  </a:lnTo>
                  <a:lnTo>
                    <a:pt x="6922229" y="3420986"/>
                  </a:lnTo>
                  <a:lnTo>
                    <a:pt x="454956" y="3420986"/>
                  </a:lnTo>
                  <a:lnTo>
                    <a:pt x="454956" y="3389934"/>
                  </a:lnTo>
                  <a:lnTo>
                    <a:pt x="454956" y="3420986"/>
                  </a:lnTo>
                  <a:cubicBezTo>
                    <a:pt x="203923" y="3420986"/>
                    <a:pt x="0" y="3156824"/>
                    <a:pt x="0" y="2830120"/>
                  </a:cubicBezTo>
                  <a:lnTo>
                    <a:pt x="0" y="590866"/>
                  </a:lnTo>
                  <a:lnTo>
                    <a:pt x="23638" y="590866"/>
                  </a:lnTo>
                  <a:lnTo>
                    <a:pt x="0" y="590866"/>
                  </a:lnTo>
                  <a:moveTo>
                    <a:pt x="47277" y="590866"/>
                  </a:moveTo>
                  <a:lnTo>
                    <a:pt x="47277" y="2830120"/>
                  </a:lnTo>
                  <a:lnTo>
                    <a:pt x="23638" y="2830120"/>
                  </a:lnTo>
                  <a:lnTo>
                    <a:pt x="47277" y="2830120"/>
                  </a:lnTo>
                  <a:cubicBezTo>
                    <a:pt x="47277" y="3121836"/>
                    <a:pt x="229559" y="3358882"/>
                    <a:pt x="454956" y="3358882"/>
                  </a:cubicBezTo>
                  <a:lnTo>
                    <a:pt x="6922229" y="3358882"/>
                  </a:lnTo>
                  <a:cubicBezTo>
                    <a:pt x="7147627" y="3358882"/>
                    <a:pt x="7329908" y="3121836"/>
                    <a:pt x="7329908" y="2830120"/>
                  </a:cubicBezTo>
                  <a:lnTo>
                    <a:pt x="7329908" y="590866"/>
                  </a:lnTo>
                  <a:cubicBezTo>
                    <a:pt x="7329908" y="299150"/>
                    <a:pt x="7147627" y="62104"/>
                    <a:pt x="6922229" y="62104"/>
                  </a:cubicBezTo>
                  <a:lnTo>
                    <a:pt x="454956" y="62104"/>
                  </a:lnTo>
                  <a:lnTo>
                    <a:pt x="454956" y="31052"/>
                  </a:lnTo>
                  <a:lnTo>
                    <a:pt x="454956" y="62104"/>
                  </a:lnTo>
                  <a:cubicBezTo>
                    <a:pt x="229559" y="62104"/>
                    <a:pt x="47277" y="299369"/>
                    <a:pt x="47277" y="590866"/>
                  </a:cubicBezTo>
                  <a:close/>
                </a:path>
              </a:pathLst>
            </a:custGeom>
            <a:solidFill>
              <a:srgbClr val="007A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028700" y="5989417"/>
            <a:ext cx="7780696" cy="3543112"/>
            <a:chOff x="0" y="0"/>
            <a:chExt cx="7377252" cy="3359396"/>
          </a:xfrm>
        </p:grpSpPr>
        <p:sp>
          <p:nvSpPr>
            <p:cNvPr id="12" name="Freeform 12"/>
            <p:cNvSpPr/>
            <p:nvPr/>
          </p:nvSpPr>
          <p:spPr>
            <a:xfrm>
              <a:off x="23638" y="30492"/>
              <a:ext cx="7329909" cy="3298325"/>
            </a:xfrm>
            <a:custGeom>
              <a:avLst/>
              <a:gdLst/>
              <a:ahLst/>
              <a:cxnLst/>
              <a:rect l="l" t="t" r="r" b="b"/>
              <a:pathLst>
                <a:path w="7329909" h="3298325">
                  <a:moveTo>
                    <a:pt x="0" y="549721"/>
                  </a:moveTo>
                  <a:cubicBezTo>
                    <a:pt x="0" y="246086"/>
                    <a:pt x="193103" y="0"/>
                    <a:pt x="431318" y="0"/>
                  </a:cubicBezTo>
                  <a:lnTo>
                    <a:pt x="6898591" y="0"/>
                  </a:lnTo>
                  <a:cubicBezTo>
                    <a:pt x="7136806" y="0"/>
                    <a:pt x="7329909" y="246086"/>
                    <a:pt x="7329909" y="549721"/>
                  </a:cubicBezTo>
                  <a:lnTo>
                    <a:pt x="7329909" y="2748604"/>
                  </a:lnTo>
                  <a:cubicBezTo>
                    <a:pt x="7329909" y="3052239"/>
                    <a:pt x="7136806" y="3298325"/>
                    <a:pt x="6898591" y="3298325"/>
                  </a:cubicBezTo>
                  <a:lnTo>
                    <a:pt x="431318" y="3298325"/>
                  </a:lnTo>
                  <a:cubicBezTo>
                    <a:pt x="193103" y="3298325"/>
                    <a:pt x="0" y="3052239"/>
                    <a:pt x="0" y="2748604"/>
                  </a:cubicBezTo>
                  <a:close/>
                </a:path>
              </a:pathLst>
            </a:custGeom>
            <a:solidFill>
              <a:srgbClr val="1E3264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7377185" cy="3359310"/>
            </a:xfrm>
            <a:custGeom>
              <a:avLst/>
              <a:gdLst/>
              <a:ahLst/>
              <a:cxnLst/>
              <a:rect l="l" t="t" r="r" b="b"/>
              <a:pathLst>
                <a:path w="7377185" h="3359310">
                  <a:moveTo>
                    <a:pt x="0" y="580213"/>
                  </a:moveTo>
                  <a:cubicBezTo>
                    <a:pt x="0" y="259400"/>
                    <a:pt x="203923" y="0"/>
                    <a:pt x="454956" y="0"/>
                  </a:cubicBezTo>
                  <a:lnTo>
                    <a:pt x="6922229" y="0"/>
                  </a:lnTo>
                  <a:lnTo>
                    <a:pt x="6922229" y="30492"/>
                  </a:lnTo>
                  <a:lnTo>
                    <a:pt x="6922229" y="0"/>
                  </a:lnTo>
                  <a:cubicBezTo>
                    <a:pt x="7173262" y="0"/>
                    <a:pt x="7377185" y="259400"/>
                    <a:pt x="7377185" y="580213"/>
                  </a:cubicBezTo>
                  <a:lnTo>
                    <a:pt x="7353547" y="580213"/>
                  </a:lnTo>
                  <a:lnTo>
                    <a:pt x="7377185" y="580213"/>
                  </a:lnTo>
                  <a:lnTo>
                    <a:pt x="7377185" y="2779096"/>
                  </a:lnTo>
                  <a:lnTo>
                    <a:pt x="7353547" y="2779096"/>
                  </a:lnTo>
                  <a:lnTo>
                    <a:pt x="7377185" y="2779096"/>
                  </a:lnTo>
                  <a:cubicBezTo>
                    <a:pt x="7377185" y="3099910"/>
                    <a:pt x="7173262" y="3359310"/>
                    <a:pt x="6922229" y="3359310"/>
                  </a:cubicBezTo>
                  <a:lnTo>
                    <a:pt x="6922229" y="3328817"/>
                  </a:lnTo>
                  <a:lnTo>
                    <a:pt x="6922229" y="3359310"/>
                  </a:lnTo>
                  <a:lnTo>
                    <a:pt x="454956" y="3359310"/>
                  </a:lnTo>
                  <a:lnTo>
                    <a:pt x="454956" y="3328817"/>
                  </a:lnTo>
                  <a:lnTo>
                    <a:pt x="454956" y="3359310"/>
                  </a:lnTo>
                  <a:cubicBezTo>
                    <a:pt x="203923" y="3359310"/>
                    <a:pt x="0" y="3099910"/>
                    <a:pt x="0" y="2779096"/>
                  </a:cubicBezTo>
                  <a:lnTo>
                    <a:pt x="0" y="580213"/>
                  </a:lnTo>
                  <a:lnTo>
                    <a:pt x="23638" y="580213"/>
                  </a:lnTo>
                  <a:lnTo>
                    <a:pt x="0" y="580213"/>
                  </a:lnTo>
                  <a:moveTo>
                    <a:pt x="47277" y="580213"/>
                  </a:moveTo>
                  <a:lnTo>
                    <a:pt x="47277" y="2779096"/>
                  </a:lnTo>
                  <a:lnTo>
                    <a:pt x="23638" y="2779096"/>
                  </a:lnTo>
                  <a:lnTo>
                    <a:pt x="47277" y="2779096"/>
                  </a:lnTo>
                  <a:cubicBezTo>
                    <a:pt x="47277" y="3065553"/>
                    <a:pt x="229559" y="3298325"/>
                    <a:pt x="454956" y="3298325"/>
                  </a:cubicBezTo>
                  <a:lnTo>
                    <a:pt x="6922229" y="3298325"/>
                  </a:lnTo>
                  <a:cubicBezTo>
                    <a:pt x="7147627" y="3298325"/>
                    <a:pt x="7329908" y="3065553"/>
                    <a:pt x="7329908" y="2779096"/>
                  </a:cubicBezTo>
                  <a:lnTo>
                    <a:pt x="7329908" y="580213"/>
                  </a:lnTo>
                  <a:cubicBezTo>
                    <a:pt x="7329908" y="293757"/>
                    <a:pt x="7147627" y="60985"/>
                    <a:pt x="6922229" y="60985"/>
                  </a:cubicBezTo>
                  <a:lnTo>
                    <a:pt x="454956" y="60985"/>
                  </a:lnTo>
                  <a:lnTo>
                    <a:pt x="454956" y="30492"/>
                  </a:lnTo>
                  <a:lnTo>
                    <a:pt x="454956" y="60985"/>
                  </a:lnTo>
                  <a:cubicBezTo>
                    <a:pt x="229559" y="60985"/>
                    <a:pt x="47277" y="293972"/>
                    <a:pt x="47277" y="580213"/>
                  </a:cubicBezTo>
                  <a:close/>
                </a:path>
              </a:pathLst>
            </a:custGeom>
            <a:solidFill>
              <a:srgbClr val="007AFF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9478604" y="5989417"/>
            <a:ext cx="7780696" cy="3543112"/>
            <a:chOff x="0" y="0"/>
            <a:chExt cx="7377252" cy="3359396"/>
          </a:xfrm>
        </p:grpSpPr>
        <p:sp>
          <p:nvSpPr>
            <p:cNvPr id="15" name="Freeform 15"/>
            <p:cNvSpPr/>
            <p:nvPr/>
          </p:nvSpPr>
          <p:spPr>
            <a:xfrm>
              <a:off x="23638" y="30492"/>
              <a:ext cx="7329909" cy="3298325"/>
            </a:xfrm>
            <a:custGeom>
              <a:avLst/>
              <a:gdLst/>
              <a:ahLst/>
              <a:cxnLst/>
              <a:rect l="l" t="t" r="r" b="b"/>
              <a:pathLst>
                <a:path w="7329909" h="3298325">
                  <a:moveTo>
                    <a:pt x="0" y="549721"/>
                  </a:moveTo>
                  <a:cubicBezTo>
                    <a:pt x="0" y="246086"/>
                    <a:pt x="193103" y="0"/>
                    <a:pt x="431318" y="0"/>
                  </a:cubicBezTo>
                  <a:lnTo>
                    <a:pt x="6898591" y="0"/>
                  </a:lnTo>
                  <a:cubicBezTo>
                    <a:pt x="7136806" y="0"/>
                    <a:pt x="7329909" y="246086"/>
                    <a:pt x="7329909" y="549721"/>
                  </a:cubicBezTo>
                  <a:lnTo>
                    <a:pt x="7329909" y="2748604"/>
                  </a:lnTo>
                  <a:cubicBezTo>
                    <a:pt x="7329909" y="3052239"/>
                    <a:pt x="7136806" y="3298325"/>
                    <a:pt x="6898591" y="3298325"/>
                  </a:cubicBezTo>
                  <a:lnTo>
                    <a:pt x="431318" y="3298325"/>
                  </a:lnTo>
                  <a:cubicBezTo>
                    <a:pt x="193103" y="3298325"/>
                    <a:pt x="0" y="3052239"/>
                    <a:pt x="0" y="2748604"/>
                  </a:cubicBezTo>
                  <a:close/>
                </a:path>
              </a:pathLst>
            </a:custGeom>
            <a:solidFill>
              <a:srgbClr val="1E3264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7377185" cy="3359310"/>
            </a:xfrm>
            <a:custGeom>
              <a:avLst/>
              <a:gdLst/>
              <a:ahLst/>
              <a:cxnLst/>
              <a:rect l="l" t="t" r="r" b="b"/>
              <a:pathLst>
                <a:path w="7377185" h="3359310">
                  <a:moveTo>
                    <a:pt x="0" y="580213"/>
                  </a:moveTo>
                  <a:cubicBezTo>
                    <a:pt x="0" y="259400"/>
                    <a:pt x="203923" y="0"/>
                    <a:pt x="454956" y="0"/>
                  </a:cubicBezTo>
                  <a:lnTo>
                    <a:pt x="6922229" y="0"/>
                  </a:lnTo>
                  <a:lnTo>
                    <a:pt x="6922229" y="30492"/>
                  </a:lnTo>
                  <a:lnTo>
                    <a:pt x="6922229" y="0"/>
                  </a:lnTo>
                  <a:cubicBezTo>
                    <a:pt x="7173262" y="0"/>
                    <a:pt x="7377185" y="259400"/>
                    <a:pt x="7377185" y="580213"/>
                  </a:cubicBezTo>
                  <a:lnTo>
                    <a:pt x="7353547" y="580213"/>
                  </a:lnTo>
                  <a:lnTo>
                    <a:pt x="7377185" y="580213"/>
                  </a:lnTo>
                  <a:lnTo>
                    <a:pt x="7377185" y="2779096"/>
                  </a:lnTo>
                  <a:lnTo>
                    <a:pt x="7353547" y="2779096"/>
                  </a:lnTo>
                  <a:lnTo>
                    <a:pt x="7377185" y="2779096"/>
                  </a:lnTo>
                  <a:cubicBezTo>
                    <a:pt x="7377185" y="3099910"/>
                    <a:pt x="7173262" y="3359310"/>
                    <a:pt x="6922229" y="3359310"/>
                  </a:cubicBezTo>
                  <a:lnTo>
                    <a:pt x="6922229" y="3328817"/>
                  </a:lnTo>
                  <a:lnTo>
                    <a:pt x="6922229" y="3359310"/>
                  </a:lnTo>
                  <a:lnTo>
                    <a:pt x="454956" y="3359310"/>
                  </a:lnTo>
                  <a:lnTo>
                    <a:pt x="454956" y="3328817"/>
                  </a:lnTo>
                  <a:lnTo>
                    <a:pt x="454956" y="3359310"/>
                  </a:lnTo>
                  <a:cubicBezTo>
                    <a:pt x="203923" y="3359310"/>
                    <a:pt x="0" y="3099910"/>
                    <a:pt x="0" y="2779096"/>
                  </a:cubicBezTo>
                  <a:lnTo>
                    <a:pt x="0" y="580213"/>
                  </a:lnTo>
                  <a:lnTo>
                    <a:pt x="23638" y="580213"/>
                  </a:lnTo>
                  <a:lnTo>
                    <a:pt x="0" y="580213"/>
                  </a:lnTo>
                  <a:moveTo>
                    <a:pt x="47277" y="580213"/>
                  </a:moveTo>
                  <a:lnTo>
                    <a:pt x="47277" y="2779096"/>
                  </a:lnTo>
                  <a:lnTo>
                    <a:pt x="23638" y="2779096"/>
                  </a:lnTo>
                  <a:lnTo>
                    <a:pt x="47277" y="2779096"/>
                  </a:lnTo>
                  <a:cubicBezTo>
                    <a:pt x="47277" y="3065553"/>
                    <a:pt x="229559" y="3298325"/>
                    <a:pt x="454956" y="3298325"/>
                  </a:cubicBezTo>
                  <a:lnTo>
                    <a:pt x="6922229" y="3298325"/>
                  </a:lnTo>
                  <a:cubicBezTo>
                    <a:pt x="7147627" y="3298325"/>
                    <a:pt x="7329908" y="3065553"/>
                    <a:pt x="7329908" y="2779096"/>
                  </a:cubicBezTo>
                  <a:lnTo>
                    <a:pt x="7329908" y="580213"/>
                  </a:lnTo>
                  <a:cubicBezTo>
                    <a:pt x="7329908" y="293757"/>
                    <a:pt x="7147627" y="60985"/>
                    <a:pt x="6922229" y="60985"/>
                  </a:cubicBezTo>
                  <a:lnTo>
                    <a:pt x="454956" y="60985"/>
                  </a:lnTo>
                  <a:lnTo>
                    <a:pt x="454956" y="30492"/>
                  </a:lnTo>
                  <a:lnTo>
                    <a:pt x="454956" y="60985"/>
                  </a:lnTo>
                  <a:cubicBezTo>
                    <a:pt x="229559" y="60985"/>
                    <a:pt x="47277" y="293972"/>
                    <a:pt x="47277" y="580213"/>
                  </a:cubicBezTo>
                  <a:close/>
                </a:path>
              </a:pathLst>
            </a:custGeom>
            <a:solidFill>
              <a:srgbClr val="007AFF"/>
            </a:solidFill>
          </p:spPr>
        </p:sp>
      </p:grpSp>
      <p:sp>
        <p:nvSpPr>
          <p:cNvPr id="17" name="Freeform 17"/>
          <p:cNvSpPr/>
          <p:nvPr/>
        </p:nvSpPr>
        <p:spPr>
          <a:xfrm>
            <a:off x="5354390" y="6172748"/>
            <a:ext cx="3224823" cy="3176450"/>
          </a:xfrm>
          <a:custGeom>
            <a:avLst/>
            <a:gdLst/>
            <a:ahLst/>
            <a:cxnLst/>
            <a:rect l="l" t="t" r="r" b="b"/>
            <a:pathLst>
              <a:path w="3224823" h="3176450">
                <a:moveTo>
                  <a:pt x="0" y="0"/>
                </a:moveTo>
                <a:lnTo>
                  <a:pt x="3224823" y="0"/>
                </a:lnTo>
                <a:lnTo>
                  <a:pt x="3224823" y="3176450"/>
                </a:lnTo>
                <a:lnTo>
                  <a:pt x="0" y="31764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3803443" y="6137890"/>
            <a:ext cx="3168509" cy="3176450"/>
          </a:xfrm>
          <a:custGeom>
            <a:avLst/>
            <a:gdLst/>
            <a:ahLst/>
            <a:cxnLst/>
            <a:rect l="l" t="t" r="r" b="b"/>
            <a:pathLst>
              <a:path w="3168509" h="3176450">
                <a:moveTo>
                  <a:pt x="0" y="0"/>
                </a:moveTo>
                <a:lnTo>
                  <a:pt x="3168509" y="0"/>
                </a:lnTo>
                <a:lnTo>
                  <a:pt x="3168509" y="3176451"/>
                </a:lnTo>
                <a:lnTo>
                  <a:pt x="0" y="31764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3945873" y="2327434"/>
            <a:ext cx="3026079" cy="3026079"/>
          </a:xfrm>
          <a:custGeom>
            <a:avLst/>
            <a:gdLst/>
            <a:ahLst/>
            <a:cxnLst/>
            <a:rect l="l" t="t" r="r" b="b"/>
            <a:pathLst>
              <a:path w="3026079" h="3026079">
                <a:moveTo>
                  <a:pt x="0" y="0"/>
                </a:moveTo>
                <a:lnTo>
                  <a:pt x="3026079" y="0"/>
                </a:lnTo>
                <a:lnTo>
                  <a:pt x="3026079" y="3026079"/>
                </a:lnTo>
                <a:lnTo>
                  <a:pt x="0" y="30260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5214117" y="2329869"/>
            <a:ext cx="3297529" cy="3170168"/>
          </a:xfrm>
          <a:custGeom>
            <a:avLst/>
            <a:gdLst/>
            <a:ahLst/>
            <a:cxnLst/>
            <a:rect l="l" t="t" r="r" b="b"/>
            <a:pathLst>
              <a:path w="3297529" h="3170168">
                <a:moveTo>
                  <a:pt x="0" y="0"/>
                </a:moveTo>
                <a:lnTo>
                  <a:pt x="3297529" y="0"/>
                </a:lnTo>
                <a:lnTo>
                  <a:pt x="3297529" y="3170169"/>
                </a:lnTo>
                <a:lnTo>
                  <a:pt x="0" y="31701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4989" b="-13700"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3100388" y="332899"/>
            <a:ext cx="12087225" cy="1111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39"/>
              </a:lnSpc>
            </a:pPr>
            <a:r>
              <a:rPr lang="en-US" sz="719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Our Team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89516" y="3363271"/>
            <a:ext cx="3857625" cy="477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69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Scrum Master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660359" y="4224942"/>
            <a:ext cx="5056459" cy="342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39"/>
              </a:lnSpc>
            </a:pPr>
            <a:r>
              <a:rPr lang="en-US" sz="1949">
                <a:solidFill>
                  <a:srgbClr val="A5A5A5"/>
                </a:solidFill>
                <a:latin typeface="Calibri (MS)"/>
                <a:ea typeface="Calibri (MS)"/>
                <a:cs typeface="Calibri (MS)"/>
                <a:sym typeface="Calibri (MS)"/>
              </a:rPr>
              <a:t>Project coordination &amp; GitHub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745537" y="3363271"/>
            <a:ext cx="2090070" cy="458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Backend Dev 1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633791" y="4224942"/>
            <a:ext cx="5056459" cy="342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A5A5A5"/>
                </a:solidFill>
                <a:latin typeface="Calibri (MS)"/>
                <a:ea typeface="Calibri (MS)"/>
                <a:cs typeface="Calibri (MS)"/>
                <a:sym typeface="Calibri (MS)"/>
              </a:rPr>
              <a:t>Algorithms &amp; Logic layer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989516" y="7159206"/>
            <a:ext cx="5056459" cy="458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69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Backend Dev 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158077" y="8098469"/>
            <a:ext cx="5056459" cy="342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39"/>
              </a:lnSpc>
            </a:pPr>
            <a:r>
              <a:rPr lang="en-US" sz="1949">
                <a:solidFill>
                  <a:srgbClr val="A5A5A5"/>
                </a:solidFill>
                <a:latin typeface="Calibri (MS)"/>
                <a:ea typeface="Calibri (MS)"/>
                <a:cs typeface="Calibri (MS)"/>
                <a:sym typeface="Calibri (MS)"/>
              </a:rPr>
              <a:t>Auth &amp; Data layer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745537" y="7159206"/>
            <a:ext cx="5056459" cy="458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Frontend Dev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745537" y="8098469"/>
            <a:ext cx="5056459" cy="342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A5A5A5"/>
                </a:solidFill>
                <a:latin typeface="Calibri (MS)"/>
                <a:ea typeface="Calibri (MS)"/>
                <a:cs typeface="Calibri (MS)"/>
                <a:sym typeface="Calibri (MS)"/>
              </a:rPr>
              <a:t>ImGui &amp; UI Design</a:t>
            </a:r>
          </a:p>
        </p:txBody>
      </p:sp>
      <p:sp>
        <p:nvSpPr>
          <p:cNvPr id="30" name="Freeform 30"/>
          <p:cNvSpPr/>
          <p:nvPr/>
        </p:nvSpPr>
        <p:spPr>
          <a:xfrm>
            <a:off x="14976438" y="-823514"/>
            <a:ext cx="3150948" cy="3150948"/>
          </a:xfrm>
          <a:custGeom>
            <a:avLst/>
            <a:gdLst/>
            <a:ahLst/>
            <a:cxnLst/>
            <a:rect l="l" t="t" r="r" b="b"/>
            <a:pathLst>
              <a:path w="3150948" h="3150948">
                <a:moveTo>
                  <a:pt x="0" y="0"/>
                </a:moveTo>
                <a:lnTo>
                  <a:pt x="3150948" y="0"/>
                </a:lnTo>
                <a:lnTo>
                  <a:pt x="3150948" y="3150948"/>
                </a:lnTo>
                <a:lnTo>
                  <a:pt x="0" y="31509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741707" y="3830628"/>
            <a:ext cx="377354" cy="413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3"/>
              </a:lnSpc>
            </a:pPr>
            <a:r>
              <a:rPr lang="en-US" sz="246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9A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533168" y="3804335"/>
            <a:ext cx="407194" cy="413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3"/>
              </a:lnSpc>
            </a:pPr>
            <a:r>
              <a:rPr lang="en-US" sz="246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9G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785021" y="7608667"/>
            <a:ext cx="407194" cy="413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3"/>
              </a:lnSpc>
            </a:pPr>
            <a:r>
              <a:rPr lang="en-US" sz="246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9G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466748" y="7608667"/>
            <a:ext cx="377354" cy="413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3"/>
              </a:lnSpc>
            </a:pPr>
            <a:r>
              <a:rPr lang="en-US" sz="246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9A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8463" r="-17246" b="-609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964661" y="1570201"/>
            <a:ext cx="4129092" cy="124020"/>
            <a:chOff x="0" y="0"/>
            <a:chExt cx="3914991" cy="117589"/>
          </a:xfrm>
        </p:grpSpPr>
        <p:sp>
          <p:nvSpPr>
            <p:cNvPr id="4" name="Freeform 4"/>
            <p:cNvSpPr/>
            <p:nvPr/>
          </p:nvSpPr>
          <p:spPr>
            <a:xfrm>
              <a:off x="6731" y="6731"/>
              <a:ext cx="3901440" cy="104140"/>
            </a:xfrm>
            <a:custGeom>
              <a:avLst/>
              <a:gdLst/>
              <a:ahLst/>
              <a:cxnLst/>
              <a:rect l="l" t="t" r="r" b="b"/>
              <a:pathLst>
                <a:path w="3901440" h="104140">
                  <a:moveTo>
                    <a:pt x="0" y="0"/>
                  </a:moveTo>
                  <a:lnTo>
                    <a:pt x="3901440" y="0"/>
                  </a:lnTo>
                  <a:lnTo>
                    <a:pt x="3901440" y="104140"/>
                  </a:lnTo>
                  <a:lnTo>
                    <a:pt x="0" y="104140"/>
                  </a:lnTo>
                  <a:close/>
                </a:path>
              </a:pathLst>
            </a:custGeom>
            <a:solidFill>
              <a:srgbClr val="B6FB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0" y="0"/>
              <a:ext cx="3914902" cy="117602"/>
            </a:xfrm>
            <a:custGeom>
              <a:avLst/>
              <a:gdLst/>
              <a:ahLst/>
              <a:cxnLst/>
              <a:rect l="l" t="t" r="r" b="b"/>
              <a:pathLst>
                <a:path w="3914902" h="117602">
                  <a:moveTo>
                    <a:pt x="6731" y="0"/>
                  </a:moveTo>
                  <a:lnTo>
                    <a:pt x="3908171" y="0"/>
                  </a:lnTo>
                  <a:cubicBezTo>
                    <a:pt x="3911854" y="0"/>
                    <a:pt x="3914902" y="3048"/>
                    <a:pt x="3914902" y="6731"/>
                  </a:cubicBezTo>
                  <a:lnTo>
                    <a:pt x="3914902" y="110871"/>
                  </a:lnTo>
                  <a:cubicBezTo>
                    <a:pt x="3914902" y="114554"/>
                    <a:pt x="3911854" y="117602"/>
                    <a:pt x="3908171" y="117602"/>
                  </a:cubicBezTo>
                  <a:lnTo>
                    <a:pt x="6731" y="117602"/>
                  </a:lnTo>
                  <a:cubicBezTo>
                    <a:pt x="3048" y="117602"/>
                    <a:pt x="0" y="114554"/>
                    <a:pt x="0" y="110871"/>
                  </a:cubicBezTo>
                  <a:lnTo>
                    <a:pt x="0" y="6731"/>
                  </a:lnTo>
                  <a:cubicBezTo>
                    <a:pt x="0" y="3048"/>
                    <a:pt x="3048" y="0"/>
                    <a:pt x="6731" y="0"/>
                  </a:cubicBezTo>
                  <a:moveTo>
                    <a:pt x="6731" y="13589"/>
                  </a:moveTo>
                  <a:lnTo>
                    <a:pt x="6731" y="6731"/>
                  </a:lnTo>
                  <a:lnTo>
                    <a:pt x="13462" y="6731"/>
                  </a:lnTo>
                  <a:lnTo>
                    <a:pt x="13462" y="110871"/>
                  </a:lnTo>
                  <a:lnTo>
                    <a:pt x="6731" y="110871"/>
                  </a:lnTo>
                  <a:lnTo>
                    <a:pt x="6731" y="104013"/>
                  </a:lnTo>
                  <a:lnTo>
                    <a:pt x="3908171" y="104013"/>
                  </a:lnTo>
                  <a:lnTo>
                    <a:pt x="3908171" y="110744"/>
                  </a:lnTo>
                  <a:lnTo>
                    <a:pt x="3901440" y="110744"/>
                  </a:lnTo>
                  <a:lnTo>
                    <a:pt x="3901440" y="6731"/>
                  </a:lnTo>
                  <a:lnTo>
                    <a:pt x="3908171" y="6731"/>
                  </a:lnTo>
                  <a:lnTo>
                    <a:pt x="3908171" y="13462"/>
                  </a:lnTo>
                  <a:lnTo>
                    <a:pt x="6731" y="13462"/>
                  </a:lnTo>
                  <a:close/>
                </a:path>
              </a:pathLst>
            </a:custGeom>
            <a:solidFill>
              <a:srgbClr val="B6FB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3100388" y="332899"/>
            <a:ext cx="7662404" cy="1227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39"/>
              </a:lnSpc>
            </a:pPr>
            <a:r>
              <a:rPr lang="en-US" sz="719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What’s StructForce?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3511862" y="7536180"/>
            <a:ext cx="6198974" cy="2031475"/>
            <a:chOff x="0" y="0"/>
            <a:chExt cx="8265298" cy="2708633"/>
          </a:xfrm>
        </p:grpSpPr>
        <p:sp>
          <p:nvSpPr>
            <p:cNvPr id="8" name="Freeform 8"/>
            <p:cNvSpPr/>
            <p:nvPr/>
          </p:nvSpPr>
          <p:spPr>
            <a:xfrm>
              <a:off x="313668" y="0"/>
              <a:ext cx="7637963" cy="2708633"/>
            </a:xfrm>
            <a:custGeom>
              <a:avLst/>
              <a:gdLst/>
              <a:ahLst/>
              <a:cxnLst/>
              <a:rect l="l" t="t" r="r" b="b"/>
              <a:pathLst>
                <a:path w="7637963" h="2708633">
                  <a:moveTo>
                    <a:pt x="0" y="0"/>
                  </a:moveTo>
                  <a:lnTo>
                    <a:pt x="7637962" y="0"/>
                  </a:lnTo>
                  <a:lnTo>
                    <a:pt x="7637962" y="2708633"/>
                  </a:lnTo>
                  <a:lnTo>
                    <a:pt x="0" y="2708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t="-25789" b="-37409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225998"/>
              <a:ext cx="8265298" cy="21899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34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Implements advanced algorithms: QuickSort, Linear Search, Recursion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566914" y="2556909"/>
            <a:ext cx="5728472" cy="2031475"/>
            <a:chOff x="0" y="0"/>
            <a:chExt cx="7637963" cy="2708633"/>
          </a:xfrm>
        </p:grpSpPr>
        <p:sp>
          <p:nvSpPr>
            <p:cNvPr id="11" name="TextBox 11"/>
            <p:cNvSpPr txBox="1"/>
            <p:nvPr/>
          </p:nvSpPr>
          <p:spPr>
            <a:xfrm>
              <a:off x="263860" y="530283"/>
              <a:ext cx="7110243" cy="15813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93"/>
                </a:lnSpc>
                <a:spcBef>
                  <a:spcPct val="0"/>
                </a:spcBef>
              </a:pPr>
              <a:r>
                <a:rPr lang="en-US" sz="3744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Secure user authentication with password hashing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0" y="0"/>
              <a:ext cx="7637963" cy="2708633"/>
            </a:xfrm>
            <a:custGeom>
              <a:avLst/>
              <a:gdLst/>
              <a:ahLst/>
              <a:cxnLst/>
              <a:rect l="l" t="t" r="r" b="b"/>
              <a:pathLst>
                <a:path w="7637963" h="2708633">
                  <a:moveTo>
                    <a:pt x="0" y="0"/>
                  </a:moveTo>
                  <a:lnTo>
                    <a:pt x="7637963" y="0"/>
                  </a:lnTo>
                  <a:lnTo>
                    <a:pt x="7637963" y="2708633"/>
                  </a:lnTo>
                  <a:lnTo>
                    <a:pt x="0" y="2708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t="-25789" b="-37409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1757387" y="7362087"/>
            <a:ext cx="5842968" cy="2031475"/>
            <a:chOff x="0" y="0"/>
            <a:chExt cx="7790624" cy="2708633"/>
          </a:xfrm>
        </p:grpSpPr>
        <p:sp>
          <p:nvSpPr>
            <p:cNvPr id="14" name="Freeform 14"/>
            <p:cNvSpPr/>
            <p:nvPr/>
          </p:nvSpPr>
          <p:spPr>
            <a:xfrm>
              <a:off x="152661" y="0"/>
              <a:ext cx="7637963" cy="2708633"/>
            </a:xfrm>
            <a:custGeom>
              <a:avLst/>
              <a:gdLst/>
              <a:ahLst/>
              <a:cxnLst/>
              <a:rect l="l" t="t" r="r" b="b"/>
              <a:pathLst>
                <a:path w="7637963" h="2708633">
                  <a:moveTo>
                    <a:pt x="0" y="0"/>
                  </a:moveTo>
                  <a:lnTo>
                    <a:pt x="7637963" y="0"/>
                  </a:lnTo>
                  <a:lnTo>
                    <a:pt x="7637963" y="2708633"/>
                  </a:lnTo>
                  <a:lnTo>
                    <a:pt x="0" y="2708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t="-25789" b="-37409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145903"/>
              <a:ext cx="7790624" cy="24270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649"/>
                </a:lnSpc>
                <a:spcBef>
                  <a:spcPct val="0"/>
                </a:spcBef>
              </a:pPr>
              <a:r>
                <a:rPr lang="en-US" sz="3874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persistence using binary files (users.dat, contacts_*.dat)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990415" y="5047505"/>
            <a:ext cx="5728472" cy="2031475"/>
            <a:chOff x="0" y="0"/>
            <a:chExt cx="7637963" cy="2708633"/>
          </a:xfrm>
        </p:grpSpPr>
        <p:sp>
          <p:nvSpPr>
            <p:cNvPr id="17" name="TextBox 17"/>
            <p:cNvSpPr txBox="1"/>
            <p:nvPr/>
          </p:nvSpPr>
          <p:spPr>
            <a:xfrm>
              <a:off x="49963" y="15040"/>
              <a:ext cx="7131637" cy="25011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776"/>
                </a:lnSpc>
                <a:spcBef>
                  <a:spcPct val="0"/>
                </a:spcBef>
              </a:pPr>
              <a:r>
                <a:rPr lang="en-US" sz="398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Three-tier architecture with clean separation of concerns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0" y="0"/>
              <a:ext cx="7637963" cy="2708633"/>
            </a:xfrm>
            <a:custGeom>
              <a:avLst/>
              <a:gdLst/>
              <a:ahLst/>
              <a:cxnLst/>
              <a:rect l="l" t="t" r="r" b="b"/>
              <a:pathLst>
                <a:path w="7637963" h="2708633">
                  <a:moveTo>
                    <a:pt x="0" y="0"/>
                  </a:moveTo>
                  <a:lnTo>
                    <a:pt x="7637963" y="0"/>
                  </a:lnTo>
                  <a:lnTo>
                    <a:pt x="7637963" y="2708633"/>
                  </a:lnTo>
                  <a:lnTo>
                    <a:pt x="0" y="2708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t="-25789" b="-37409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10037482" y="4959498"/>
            <a:ext cx="5728472" cy="2031475"/>
            <a:chOff x="0" y="0"/>
            <a:chExt cx="7637963" cy="2708633"/>
          </a:xfrm>
        </p:grpSpPr>
        <p:sp>
          <p:nvSpPr>
            <p:cNvPr id="20" name="TextBox 20"/>
            <p:cNvSpPr txBox="1"/>
            <p:nvPr/>
          </p:nvSpPr>
          <p:spPr>
            <a:xfrm>
              <a:off x="804051" y="580810"/>
              <a:ext cx="6029860" cy="14803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193"/>
                </a:lnSpc>
                <a:spcBef>
                  <a:spcPct val="0"/>
                </a:spcBef>
              </a:pPr>
              <a:r>
                <a:rPr lang="en-US" sz="3494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Dark Mode and Light Mode themes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0" y="0"/>
              <a:ext cx="7637963" cy="2708633"/>
            </a:xfrm>
            <a:custGeom>
              <a:avLst/>
              <a:gdLst/>
              <a:ahLst/>
              <a:cxnLst/>
              <a:rect l="l" t="t" r="r" b="b"/>
              <a:pathLst>
                <a:path w="7637963" h="2708633">
                  <a:moveTo>
                    <a:pt x="0" y="0"/>
                  </a:moveTo>
                  <a:lnTo>
                    <a:pt x="7637963" y="0"/>
                  </a:lnTo>
                  <a:lnTo>
                    <a:pt x="7637963" y="2708633"/>
                  </a:lnTo>
                  <a:lnTo>
                    <a:pt x="0" y="2708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t="-25789" b="-37409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687646" y="2556909"/>
            <a:ext cx="5923703" cy="2031475"/>
            <a:chOff x="0" y="0"/>
            <a:chExt cx="7898271" cy="2708633"/>
          </a:xfrm>
        </p:grpSpPr>
        <p:sp>
          <p:nvSpPr>
            <p:cNvPr id="23" name="TextBox 23"/>
            <p:cNvSpPr txBox="1"/>
            <p:nvPr/>
          </p:nvSpPr>
          <p:spPr>
            <a:xfrm>
              <a:off x="0" y="225820"/>
              <a:ext cx="7898271" cy="21903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34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StructForce is a C++ desktop application for managing personal contacts.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130154" y="0"/>
              <a:ext cx="7637963" cy="2708633"/>
            </a:xfrm>
            <a:custGeom>
              <a:avLst/>
              <a:gdLst/>
              <a:ahLst/>
              <a:cxnLst/>
              <a:rect l="l" t="t" r="r" b="b"/>
              <a:pathLst>
                <a:path w="7637963" h="2708633">
                  <a:moveTo>
                    <a:pt x="0" y="0"/>
                  </a:moveTo>
                  <a:lnTo>
                    <a:pt x="7637963" y="0"/>
                  </a:lnTo>
                  <a:lnTo>
                    <a:pt x="7637963" y="2708633"/>
                  </a:lnTo>
                  <a:lnTo>
                    <a:pt x="0" y="2708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t="-25789" b="-37409"/>
              </a:stretch>
            </a:blipFill>
          </p:spPr>
        </p:sp>
      </p:grpSp>
      <p:sp>
        <p:nvSpPr>
          <p:cNvPr id="25" name="Freeform 25"/>
          <p:cNvSpPr/>
          <p:nvPr/>
        </p:nvSpPr>
        <p:spPr>
          <a:xfrm>
            <a:off x="14976438" y="-823514"/>
            <a:ext cx="3150948" cy="3150948"/>
          </a:xfrm>
          <a:custGeom>
            <a:avLst/>
            <a:gdLst/>
            <a:ahLst/>
            <a:cxnLst/>
            <a:rect l="l" t="t" r="r" b="b"/>
            <a:pathLst>
              <a:path w="3150948" h="3150948">
                <a:moveTo>
                  <a:pt x="0" y="0"/>
                </a:moveTo>
                <a:lnTo>
                  <a:pt x="3150948" y="0"/>
                </a:lnTo>
                <a:lnTo>
                  <a:pt x="3150948" y="3150948"/>
                </a:lnTo>
                <a:lnTo>
                  <a:pt x="0" y="31509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819044" y="597888"/>
            <a:ext cx="8366562" cy="1218447"/>
            <a:chOff x="0" y="0"/>
            <a:chExt cx="11155415" cy="1624596"/>
          </a:xfrm>
        </p:grpSpPr>
        <p:sp>
          <p:nvSpPr>
            <p:cNvPr id="3" name="TextBox 3"/>
            <p:cNvSpPr txBox="1"/>
            <p:nvPr/>
          </p:nvSpPr>
          <p:spPr>
            <a:xfrm>
              <a:off x="180969" y="-142875"/>
              <a:ext cx="10974446" cy="15894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639"/>
                </a:lnSpc>
              </a:pPr>
              <a:r>
                <a:rPr lang="en-US" sz="7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Development Process</a:t>
              </a:r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0" y="1459236"/>
              <a:ext cx="8248656" cy="165360"/>
              <a:chOff x="0" y="0"/>
              <a:chExt cx="5865711" cy="117589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6731" y="6731"/>
                <a:ext cx="5852160" cy="104140"/>
              </a:xfrm>
              <a:custGeom>
                <a:avLst/>
                <a:gdLst/>
                <a:ahLst/>
                <a:cxnLst/>
                <a:rect l="l" t="t" r="r" b="b"/>
                <a:pathLst>
                  <a:path w="5852160" h="104140">
                    <a:moveTo>
                      <a:pt x="0" y="0"/>
                    </a:moveTo>
                    <a:lnTo>
                      <a:pt x="5852160" y="0"/>
                    </a:lnTo>
                    <a:lnTo>
                      <a:pt x="5852160" y="104140"/>
                    </a:lnTo>
                    <a:lnTo>
                      <a:pt x="0" y="104140"/>
                    </a:lnTo>
                    <a:close/>
                  </a:path>
                </a:pathLst>
              </a:custGeom>
              <a:solidFill>
                <a:srgbClr val="007AFF"/>
              </a:solidFill>
            </p:spPr>
          </p:sp>
          <p:sp>
            <p:nvSpPr>
              <p:cNvPr id="6" name="Freeform 6"/>
              <p:cNvSpPr/>
              <p:nvPr/>
            </p:nvSpPr>
            <p:spPr>
              <a:xfrm>
                <a:off x="0" y="0"/>
                <a:ext cx="5865622" cy="117602"/>
              </a:xfrm>
              <a:custGeom>
                <a:avLst/>
                <a:gdLst/>
                <a:ahLst/>
                <a:cxnLst/>
                <a:rect l="l" t="t" r="r" b="b"/>
                <a:pathLst>
                  <a:path w="5865622" h="117602">
                    <a:moveTo>
                      <a:pt x="6731" y="0"/>
                    </a:moveTo>
                    <a:lnTo>
                      <a:pt x="5858891" y="0"/>
                    </a:lnTo>
                    <a:cubicBezTo>
                      <a:pt x="5862574" y="0"/>
                      <a:pt x="5865622" y="3048"/>
                      <a:pt x="5865622" y="6731"/>
                    </a:cubicBezTo>
                    <a:lnTo>
                      <a:pt x="5865622" y="110871"/>
                    </a:lnTo>
                    <a:cubicBezTo>
                      <a:pt x="5865622" y="114554"/>
                      <a:pt x="5862574" y="117602"/>
                      <a:pt x="5858891" y="117602"/>
                    </a:cubicBezTo>
                    <a:lnTo>
                      <a:pt x="6731" y="117602"/>
                    </a:lnTo>
                    <a:cubicBezTo>
                      <a:pt x="3048" y="117602"/>
                      <a:pt x="0" y="114554"/>
                      <a:pt x="0" y="110871"/>
                    </a:cubicBezTo>
                    <a:lnTo>
                      <a:pt x="0" y="6731"/>
                    </a:lnTo>
                    <a:cubicBezTo>
                      <a:pt x="0" y="3048"/>
                      <a:pt x="3048" y="0"/>
                      <a:pt x="6731" y="0"/>
                    </a:cubicBezTo>
                    <a:moveTo>
                      <a:pt x="6731" y="13589"/>
                    </a:moveTo>
                    <a:lnTo>
                      <a:pt x="6731" y="6731"/>
                    </a:lnTo>
                    <a:lnTo>
                      <a:pt x="13462" y="6731"/>
                    </a:lnTo>
                    <a:lnTo>
                      <a:pt x="13462" y="110871"/>
                    </a:lnTo>
                    <a:lnTo>
                      <a:pt x="6731" y="110871"/>
                    </a:lnTo>
                    <a:lnTo>
                      <a:pt x="6731" y="104013"/>
                    </a:lnTo>
                    <a:lnTo>
                      <a:pt x="5858891" y="104013"/>
                    </a:lnTo>
                    <a:lnTo>
                      <a:pt x="5858891" y="110744"/>
                    </a:lnTo>
                    <a:lnTo>
                      <a:pt x="5852160" y="110744"/>
                    </a:lnTo>
                    <a:lnTo>
                      <a:pt x="5852160" y="6731"/>
                    </a:lnTo>
                    <a:lnTo>
                      <a:pt x="5858891" y="6731"/>
                    </a:lnTo>
                    <a:lnTo>
                      <a:pt x="5858891" y="13462"/>
                    </a:lnTo>
                    <a:lnTo>
                      <a:pt x="6731" y="13462"/>
                    </a:lnTo>
                    <a:close/>
                  </a:path>
                </a:pathLst>
              </a:custGeom>
              <a:solidFill>
                <a:srgbClr val="4A7EBB"/>
              </a:solidFill>
            </p:spPr>
          </p:sp>
        </p:grpSp>
      </p:grpSp>
      <p:grpSp>
        <p:nvGrpSpPr>
          <p:cNvPr id="7" name="Group 7"/>
          <p:cNvGrpSpPr/>
          <p:nvPr/>
        </p:nvGrpSpPr>
        <p:grpSpPr>
          <a:xfrm>
            <a:off x="1839378" y="2549760"/>
            <a:ext cx="15410608" cy="880208"/>
            <a:chOff x="0" y="0"/>
            <a:chExt cx="11220247" cy="640867"/>
          </a:xfrm>
        </p:grpSpPr>
        <p:sp>
          <p:nvSpPr>
            <p:cNvPr id="8" name="Freeform 8"/>
            <p:cNvSpPr/>
            <p:nvPr/>
          </p:nvSpPr>
          <p:spPr>
            <a:xfrm>
              <a:off x="18034" y="7238"/>
              <a:ext cx="11184255" cy="626370"/>
            </a:xfrm>
            <a:custGeom>
              <a:avLst/>
              <a:gdLst/>
              <a:ahLst/>
              <a:cxnLst/>
              <a:rect l="l" t="t" r="r" b="b"/>
              <a:pathLst>
                <a:path w="11184255" h="626370">
                  <a:moveTo>
                    <a:pt x="0" y="104395"/>
                  </a:moveTo>
                  <a:cubicBezTo>
                    <a:pt x="0" y="46744"/>
                    <a:pt x="118745" y="0"/>
                    <a:pt x="265303" y="0"/>
                  </a:cubicBezTo>
                  <a:lnTo>
                    <a:pt x="10918952" y="0"/>
                  </a:lnTo>
                  <a:cubicBezTo>
                    <a:pt x="11065510" y="0"/>
                    <a:pt x="11184255" y="46744"/>
                    <a:pt x="11184255" y="104395"/>
                  </a:cubicBezTo>
                  <a:lnTo>
                    <a:pt x="11184255" y="521976"/>
                  </a:lnTo>
                  <a:cubicBezTo>
                    <a:pt x="11184255" y="579627"/>
                    <a:pt x="11065510" y="626371"/>
                    <a:pt x="10918952" y="626371"/>
                  </a:cubicBezTo>
                  <a:lnTo>
                    <a:pt x="265303" y="626371"/>
                  </a:lnTo>
                  <a:cubicBezTo>
                    <a:pt x="118745" y="626371"/>
                    <a:pt x="0" y="579627"/>
                    <a:pt x="0" y="521976"/>
                  </a:cubicBezTo>
                  <a:close/>
                </a:path>
              </a:pathLst>
            </a:custGeom>
            <a:solidFill>
              <a:srgbClr val="1E3264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11220323" cy="640847"/>
            </a:xfrm>
            <a:custGeom>
              <a:avLst/>
              <a:gdLst/>
              <a:ahLst/>
              <a:cxnLst/>
              <a:rect l="l" t="t" r="r" b="b"/>
              <a:pathLst>
                <a:path w="11220323" h="640847">
                  <a:moveTo>
                    <a:pt x="0" y="111633"/>
                  </a:moveTo>
                  <a:cubicBezTo>
                    <a:pt x="0" y="49853"/>
                    <a:pt x="127127" y="0"/>
                    <a:pt x="283337" y="0"/>
                  </a:cubicBezTo>
                  <a:lnTo>
                    <a:pt x="10936986" y="0"/>
                  </a:lnTo>
                  <a:lnTo>
                    <a:pt x="10936986" y="7238"/>
                  </a:lnTo>
                  <a:lnTo>
                    <a:pt x="10936986" y="0"/>
                  </a:lnTo>
                  <a:cubicBezTo>
                    <a:pt x="11093069" y="0"/>
                    <a:pt x="11220323" y="49853"/>
                    <a:pt x="11220323" y="111633"/>
                  </a:cubicBezTo>
                  <a:lnTo>
                    <a:pt x="11202289" y="111633"/>
                  </a:lnTo>
                  <a:lnTo>
                    <a:pt x="11220323" y="111633"/>
                  </a:lnTo>
                  <a:lnTo>
                    <a:pt x="11220323" y="529214"/>
                  </a:lnTo>
                  <a:lnTo>
                    <a:pt x="11202289" y="529214"/>
                  </a:lnTo>
                  <a:lnTo>
                    <a:pt x="11220323" y="529214"/>
                  </a:lnTo>
                  <a:cubicBezTo>
                    <a:pt x="11220323" y="590994"/>
                    <a:pt x="11093196" y="640847"/>
                    <a:pt x="10936986" y="640847"/>
                  </a:cubicBezTo>
                  <a:lnTo>
                    <a:pt x="10936986" y="633609"/>
                  </a:lnTo>
                  <a:lnTo>
                    <a:pt x="10936986" y="640847"/>
                  </a:lnTo>
                  <a:lnTo>
                    <a:pt x="283337" y="640847"/>
                  </a:lnTo>
                  <a:lnTo>
                    <a:pt x="283337" y="633609"/>
                  </a:lnTo>
                  <a:lnTo>
                    <a:pt x="283337" y="640847"/>
                  </a:lnTo>
                  <a:cubicBezTo>
                    <a:pt x="127127" y="640847"/>
                    <a:pt x="0" y="590994"/>
                    <a:pt x="0" y="529214"/>
                  </a:cubicBezTo>
                  <a:lnTo>
                    <a:pt x="0" y="111633"/>
                  </a:lnTo>
                  <a:lnTo>
                    <a:pt x="18034" y="111633"/>
                  </a:lnTo>
                  <a:lnTo>
                    <a:pt x="0" y="111633"/>
                  </a:lnTo>
                  <a:moveTo>
                    <a:pt x="36068" y="111633"/>
                  </a:moveTo>
                  <a:lnTo>
                    <a:pt x="36068" y="529214"/>
                  </a:lnTo>
                  <a:lnTo>
                    <a:pt x="18034" y="529214"/>
                  </a:lnTo>
                  <a:lnTo>
                    <a:pt x="36068" y="529214"/>
                  </a:lnTo>
                  <a:cubicBezTo>
                    <a:pt x="36068" y="582736"/>
                    <a:pt x="146431" y="626370"/>
                    <a:pt x="283210" y="626370"/>
                  </a:cubicBezTo>
                  <a:lnTo>
                    <a:pt x="10936986" y="626370"/>
                  </a:lnTo>
                  <a:cubicBezTo>
                    <a:pt x="11073892" y="626370"/>
                    <a:pt x="11184128" y="582736"/>
                    <a:pt x="11184128" y="529214"/>
                  </a:cubicBezTo>
                  <a:lnTo>
                    <a:pt x="11184128" y="111633"/>
                  </a:lnTo>
                  <a:cubicBezTo>
                    <a:pt x="11184128" y="58111"/>
                    <a:pt x="11073765" y="14477"/>
                    <a:pt x="10936986" y="14477"/>
                  </a:cubicBezTo>
                  <a:lnTo>
                    <a:pt x="283337" y="14477"/>
                  </a:lnTo>
                  <a:lnTo>
                    <a:pt x="283337" y="7238"/>
                  </a:lnTo>
                  <a:lnTo>
                    <a:pt x="283337" y="14477"/>
                  </a:lnTo>
                  <a:cubicBezTo>
                    <a:pt x="146431" y="14477"/>
                    <a:pt x="36068" y="58111"/>
                    <a:pt x="36068" y="111633"/>
                  </a:cubicBezTo>
                  <a:close/>
                </a:path>
              </a:pathLst>
            </a:custGeom>
            <a:solidFill>
              <a:srgbClr val="007AFF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2567483" y="2649071"/>
            <a:ext cx="251561" cy="669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8"/>
              </a:lnSpc>
            </a:pPr>
            <a:r>
              <a:rPr lang="en-US" sz="3906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848692" y="3876509"/>
            <a:ext cx="15410608" cy="917885"/>
            <a:chOff x="0" y="0"/>
            <a:chExt cx="11220247" cy="668299"/>
          </a:xfrm>
        </p:grpSpPr>
        <p:sp>
          <p:nvSpPr>
            <p:cNvPr id="12" name="Freeform 12"/>
            <p:cNvSpPr/>
            <p:nvPr/>
          </p:nvSpPr>
          <p:spPr>
            <a:xfrm>
              <a:off x="18034" y="7548"/>
              <a:ext cx="11184255" cy="653182"/>
            </a:xfrm>
            <a:custGeom>
              <a:avLst/>
              <a:gdLst/>
              <a:ahLst/>
              <a:cxnLst/>
              <a:rect l="l" t="t" r="r" b="b"/>
              <a:pathLst>
                <a:path w="11184255" h="653182">
                  <a:moveTo>
                    <a:pt x="0" y="108864"/>
                  </a:moveTo>
                  <a:cubicBezTo>
                    <a:pt x="0" y="48744"/>
                    <a:pt x="118745" y="0"/>
                    <a:pt x="265303" y="0"/>
                  </a:cubicBezTo>
                  <a:lnTo>
                    <a:pt x="10918952" y="0"/>
                  </a:lnTo>
                  <a:cubicBezTo>
                    <a:pt x="11065510" y="0"/>
                    <a:pt x="11184255" y="48744"/>
                    <a:pt x="11184255" y="108864"/>
                  </a:cubicBezTo>
                  <a:lnTo>
                    <a:pt x="11184255" y="544318"/>
                  </a:lnTo>
                  <a:cubicBezTo>
                    <a:pt x="11184255" y="604438"/>
                    <a:pt x="11065510" y="653182"/>
                    <a:pt x="10918952" y="653182"/>
                  </a:cubicBezTo>
                  <a:lnTo>
                    <a:pt x="265303" y="653182"/>
                  </a:lnTo>
                  <a:cubicBezTo>
                    <a:pt x="118745" y="653182"/>
                    <a:pt x="0" y="604438"/>
                    <a:pt x="0" y="544318"/>
                  </a:cubicBezTo>
                  <a:close/>
                </a:path>
              </a:pathLst>
            </a:custGeom>
            <a:solidFill>
              <a:srgbClr val="1E3264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11220323" cy="668278"/>
            </a:xfrm>
            <a:custGeom>
              <a:avLst/>
              <a:gdLst/>
              <a:ahLst/>
              <a:cxnLst/>
              <a:rect l="l" t="t" r="r" b="b"/>
              <a:pathLst>
                <a:path w="11220323" h="668278">
                  <a:moveTo>
                    <a:pt x="0" y="116412"/>
                  </a:moveTo>
                  <a:cubicBezTo>
                    <a:pt x="0" y="51987"/>
                    <a:pt x="127127" y="0"/>
                    <a:pt x="283337" y="0"/>
                  </a:cubicBezTo>
                  <a:lnTo>
                    <a:pt x="10936986" y="0"/>
                  </a:lnTo>
                  <a:lnTo>
                    <a:pt x="10936986" y="7548"/>
                  </a:lnTo>
                  <a:lnTo>
                    <a:pt x="10936986" y="0"/>
                  </a:lnTo>
                  <a:cubicBezTo>
                    <a:pt x="11093069" y="0"/>
                    <a:pt x="11220323" y="51987"/>
                    <a:pt x="11220323" y="116412"/>
                  </a:cubicBezTo>
                  <a:lnTo>
                    <a:pt x="11202289" y="116412"/>
                  </a:lnTo>
                  <a:lnTo>
                    <a:pt x="11220323" y="116412"/>
                  </a:lnTo>
                  <a:lnTo>
                    <a:pt x="11220323" y="551866"/>
                  </a:lnTo>
                  <a:lnTo>
                    <a:pt x="11202289" y="551866"/>
                  </a:lnTo>
                  <a:lnTo>
                    <a:pt x="11220323" y="551866"/>
                  </a:lnTo>
                  <a:cubicBezTo>
                    <a:pt x="11220323" y="616291"/>
                    <a:pt x="11093196" y="668278"/>
                    <a:pt x="10936986" y="668278"/>
                  </a:cubicBezTo>
                  <a:lnTo>
                    <a:pt x="10936986" y="660730"/>
                  </a:lnTo>
                  <a:lnTo>
                    <a:pt x="10936986" y="668278"/>
                  </a:lnTo>
                  <a:lnTo>
                    <a:pt x="283337" y="668278"/>
                  </a:lnTo>
                  <a:lnTo>
                    <a:pt x="283337" y="660730"/>
                  </a:lnTo>
                  <a:lnTo>
                    <a:pt x="283337" y="668278"/>
                  </a:lnTo>
                  <a:cubicBezTo>
                    <a:pt x="127127" y="668278"/>
                    <a:pt x="0" y="616292"/>
                    <a:pt x="0" y="551866"/>
                  </a:cubicBezTo>
                  <a:lnTo>
                    <a:pt x="0" y="116412"/>
                  </a:lnTo>
                  <a:lnTo>
                    <a:pt x="18034" y="116412"/>
                  </a:lnTo>
                  <a:lnTo>
                    <a:pt x="0" y="116412"/>
                  </a:lnTo>
                  <a:moveTo>
                    <a:pt x="36068" y="116412"/>
                  </a:moveTo>
                  <a:lnTo>
                    <a:pt x="36068" y="551866"/>
                  </a:lnTo>
                  <a:lnTo>
                    <a:pt x="18034" y="551866"/>
                  </a:lnTo>
                  <a:lnTo>
                    <a:pt x="36068" y="551866"/>
                  </a:lnTo>
                  <a:cubicBezTo>
                    <a:pt x="36068" y="607680"/>
                    <a:pt x="146431" y="653182"/>
                    <a:pt x="283210" y="653182"/>
                  </a:cubicBezTo>
                  <a:lnTo>
                    <a:pt x="10936986" y="653182"/>
                  </a:lnTo>
                  <a:cubicBezTo>
                    <a:pt x="11073892" y="653182"/>
                    <a:pt x="11184128" y="607680"/>
                    <a:pt x="11184128" y="551866"/>
                  </a:cubicBezTo>
                  <a:lnTo>
                    <a:pt x="11184128" y="116412"/>
                  </a:lnTo>
                  <a:cubicBezTo>
                    <a:pt x="11184128" y="60598"/>
                    <a:pt x="11073765" y="15096"/>
                    <a:pt x="10936986" y="15096"/>
                  </a:cubicBezTo>
                  <a:lnTo>
                    <a:pt x="283337" y="15096"/>
                  </a:lnTo>
                  <a:lnTo>
                    <a:pt x="283337" y="7548"/>
                  </a:lnTo>
                  <a:lnTo>
                    <a:pt x="283337" y="15096"/>
                  </a:lnTo>
                  <a:cubicBezTo>
                    <a:pt x="146431" y="15096"/>
                    <a:pt x="36068" y="60598"/>
                    <a:pt x="36068" y="116412"/>
                  </a:cubicBezTo>
                  <a:close/>
                </a:path>
              </a:pathLst>
            </a:custGeom>
            <a:solidFill>
              <a:srgbClr val="007AFF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2567483" y="3973963"/>
            <a:ext cx="251561" cy="669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8"/>
              </a:lnSpc>
            </a:pPr>
            <a:r>
              <a:rPr lang="en-US" sz="3906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429524" y="3950305"/>
            <a:ext cx="13367292" cy="707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2"/>
              </a:lnSpc>
            </a:pPr>
            <a:r>
              <a:rPr lang="en-US" sz="4235">
                <a:solidFill>
                  <a:srgbClr val="A5A5A5"/>
                </a:solidFill>
                <a:latin typeface="Calibri (MS)"/>
                <a:ea typeface="Calibri (MS)"/>
                <a:cs typeface="Calibri (MS)"/>
                <a:sym typeface="Calibri (MS)"/>
              </a:rPr>
              <a:t>Core Implementation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839378" y="5311928"/>
            <a:ext cx="15410608" cy="917885"/>
            <a:chOff x="0" y="0"/>
            <a:chExt cx="11220247" cy="668299"/>
          </a:xfrm>
        </p:grpSpPr>
        <p:sp>
          <p:nvSpPr>
            <p:cNvPr id="17" name="Freeform 17"/>
            <p:cNvSpPr/>
            <p:nvPr/>
          </p:nvSpPr>
          <p:spPr>
            <a:xfrm>
              <a:off x="18034" y="7548"/>
              <a:ext cx="11184255" cy="653182"/>
            </a:xfrm>
            <a:custGeom>
              <a:avLst/>
              <a:gdLst/>
              <a:ahLst/>
              <a:cxnLst/>
              <a:rect l="l" t="t" r="r" b="b"/>
              <a:pathLst>
                <a:path w="11184255" h="653182">
                  <a:moveTo>
                    <a:pt x="0" y="108864"/>
                  </a:moveTo>
                  <a:cubicBezTo>
                    <a:pt x="0" y="48744"/>
                    <a:pt x="118745" y="0"/>
                    <a:pt x="265303" y="0"/>
                  </a:cubicBezTo>
                  <a:lnTo>
                    <a:pt x="10918952" y="0"/>
                  </a:lnTo>
                  <a:cubicBezTo>
                    <a:pt x="11065510" y="0"/>
                    <a:pt x="11184255" y="48744"/>
                    <a:pt x="11184255" y="108864"/>
                  </a:cubicBezTo>
                  <a:lnTo>
                    <a:pt x="11184255" y="544318"/>
                  </a:lnTo>
                  <a:cubicBezTo>
                    <a:pt x="11184255" y="604438"/>
                    <a:pt x="11065510" y="653182"/>
                    <a:pt x="10918952" y="653182"/>
                  </a:cubicBezTo>
                  <a:lnTo>
                    <a:pt x="265303" y="653182"/>
                  </a:lnTo>
                  <a:cubicBezTo>
                    <a:pt x="118745" y="653182"/>
                    <a:pt x="0" y="604438"/>
                    <a:pt x="0" y="544318"/>
                  </a:cubicBezTo>
                  <a:close/>
                </a:path>
              </a:pathLst>
            </a:custGeom>
            <a:solidFill>
              <a:srgbClr val="1E3264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0" y="0"/>
              <a:ext cx="11220323" cy="668278"/>
            </a:xfrm>
            <a:custGeom>
              <a:avLst/>
              <a:gdLst/>
              <a:ahLst/>
              <a:cxnLst/>
              <a:rect l="l" t="t" r="r" b="b"/>
              <a:pathLst>
                <a:path w="11220323" h="668278">
                  <a:moveTo>
                    <a:pt x="0" y="116412"/>
                  </a:moveTo>
                  <a:cubicBezTo>
                    <a:pt x="0" y="51987"/>
                    <a:pt x="127127" y="0"/>
                    <a:pt x="283337" y="0"/>
                  </a:cubicBezTo>
                  <a:lnTo>
                    <a:pt x="10936986" y="0"/>
                  </a:lnTo>
                  <a:lnTo>
                    <a:pt x="10936986" y="7548"/>
                  </a:lnTo>
                  <a:lnTo>
                    <a:pt x="10936986" y="0"/>
                  </a:lnTo>
                  <a:cubicBezTo>
                    <a:pt x="11093069" y="0"/>
                    <a:pt x="11220323" y="51987"/>
                    <a:pt x="11220323" y="116412"/>
                  </a:cubicBezTo>
                  <a:lnTo>
                    <a:pt x="11202289" y="116412"/>
                  </a:lnTo>
                  <a:lnTo>
                    <a:pt x="11220323" y="116412"/>
                  </a:lnTo>
                  <a:lnTo>
                    <a:pt x="11220323" y="551866"/>
                  </a:lnTo>
                  <a:lnTo>
                    <a:pt x="11202289" y="551866"/>
                  </a:lnTo>
                  <a:lnTo>
                    <a:pt x="11220323" y="551866"/>
                  </a:lnTo>
                  <a:cubicBezTo>
                    <a:pt x="11220323" y="616291"/>
                    <a:pt x="11093196" y="668278"/>
                    <a:pt x="10936986" y="668278"/>
                  </a:cubicBezTo>
                  <a:lnTo>
                    <a:pt x="10936986" y="660730"/>
                  </a:lnTo>
                  <a:lnTo>
                    <a:pt x="10936986" y="668278"/>
                  </a:lnTo>
                  <a:lnTo>
                    <a:pt x="283337" y="668278"/>
                  </a:lnTo>
                  <a:lnTo>
                    <a:pt x="283337" y="660730"/>
                  </a:lnTo>
                  <a:lnTo>
                    <a:pt x="283337" y="668278"/>
                  </a:lnTo>
                  <a:cubicBezTo>
                    <a:pt x="127127" y="668278"/>
                    <a:pt x="0" y="616292"/>
                    <a:pt x="0" y="551866"/>
                  </a:cubicBezTo>
                  <a:lnTo>
                    <a:pt x="0" y="116412"/>
                  </a:lnTo>
                  <a:lnTo>
                    <a:pt x="18034" y="116412"/>
                  </a:lnTo>
                  <a:lnTo>
                    <a:pt x="0" y="116412"/>
                  </a:lnTo>
                  <a:moveTo>
                    <a:pt x="36068" y="116412"/>
                  </a:moveTo>
                  <a:lnTo>
                    <a:pt x="36068" y="551866"/>
                  </a:lnTo>
                  <a:lnTo>
                    <a:pt x="18034" y="551866"/>
                  </a:lnTo>
                  <a:lnTo>
                    <a:pt x="36068" y="551866"/>
                  </a:lnTo>
                  <a:cubicBezTo>
                    <a:pt x="36068" y="607680"/>
                    <a:pt x="146431" y="653182"/>
                    <a:pt x="283210" y="653182"/>
                  </a:cubicBezTo>
                  <a:lnTo>
                    <a:pt x="10936986" y="653182"/>
                  </a:lnTo>
                  <a:cubicBezTo>
                    <a:pt x="11073892" y="653182"/>
                    <a:pt x="11184128" y="607680"/>
                    <a:pt x="11184128" y="551866"/>
                  </a:cubicBezTo>
                  <a:lnTo>
                    <a:pt x="11184128" y="116412"/>
                  </a:lnTo>
                  <a:cubicBezTo>
                    <a:pt x="11184128" y="60598"/>
                    <a:pt x="11073765" y="15096"/>
                    <a:pt x="10936986" y="15096"/>
                  </a:cubicBezTo>
                  <a:lnTo>
                    <a:pt x="283337" y="15096"/>
                  </a:lnTo>
                  <a:lnTo>
                    <a:pt x="283337" y="7548"/>
                  </a:lnTo>
                  <a:lnTo>
                    <a:pt x="283337" y="15096"/>
                  </a:lnTo>
                  <a:cubicBezTo>
                    <a:pt x="146431" y="15096"/>
                    <a:pt x="36068" y="60598"/>
                    <a:pt x="36068" y="116412"/>
                  </a:cubicBezTo>
                  <a:close/>
                </a:path>
              </a:pathLst>
            </a:custGeom>
            <a:solidFill>
              <a:srgbClr val="007AFF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2567483" y="5398139"/>
            <a:ext cx="251561" cy="669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8"/>
              </a:lnSpc>
            </a:pPr>
            <a:r>
              <a:rPr lang="en-US" sz="3906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839378" y="6750777"/>
            <a:ext cx="15410608" cy="917885"/>
            <a:chOff x="0" y="0"/>
            <a:chExt cx="11220247" cy="668299"/>
          </a:xfrm>
        </p:grpSpPr>
        <p:sp>
          <p:nvSpPr>
            <p:cNvPr id="21" name="Freeform 21"/>
            <p:cNvSpPr/>
            <p:nvPr/>
          </p:nvSpPr>
          <p:spPr>
            <a:xfrm>
              <a:off x="18034" y="7548"/>
              <a:ext cx="11184255" cy="653182"/>
            </a:xfrm>
            <a:custGeom>
              <a:avLst/>
              <a:gdLst/>
              <a:ahLst/>
              <a:cxnLst/>
              <a:rect l="l" t="t" r="r" b="b"/>
              <a:pathLst>
                <a:path w="11184255" h="653182">
                  <a:moveTo>
                    <a:pt x="0" y="108864"/>
                  </a:moveTo>
                  <a:cubicBezTo>
                    <a:pt x="0" y="48744"/>
                    <a:pt x="118745" y="0"/>
                    <a:pt x="265303" y="0"/>
                  </a:cubicBezTo>
                  <a:lnTo>
                    <a:pt x="10918952" y="0"/>
                  </a:lnTo>
                  <a:cubicBezTo>
                    <a:pt x="11065510" y="0"/>
                    <a:pt x="11184255" y="48744"/>
                    <a:pt x="11184255" y="108864"/>
                  </a:cubicBezTo>
                  <a:lnTo>
                    <a:pt x="11184255" y="544318"/>
                  </a:lnTo>
                  <a:cubicBezTo>
                    <a:pt x="11184255" y="604438"/>
                    <a:pt x="11065510" y="653182"/>
                    <a:pt x="10918952" y="653182"/>
                  </a:cubicBezTo>
                  <a:lnTo>
                    <a:pt x="265303" y="653182"/>
                  </a:lnTo>
                  <a:cubicBezTo>
                    <a:pt x="118745" y="653182"/>
                    <a:pt x="0" y="604438"/>
                    <a:pt x="0" y="544318"/>
                  </a:cubicBezTo>
                  <a:close/>
                </a:path>
              </a:pathLst>
            </a:custGeom>
            <a:solidFill>
              <a:srgbClr val="1E3264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0" y="0"/>
              <a:ext cx="11220323" cy="668278"/>
            </a:xfrm>
            <a:custGeom>
              <a:avLst/>
              <a:gdLst/>
              <a:ahLst/>
              <a:cxnLst/>
              <a:rect l="l" t="t" r="r" b="b"/>
              <a:pathLst>
                <a:path w="11220323" h="668278">
                  <a:moveTo>
                    <a:pt x="0" y="116412"/>
                  </a:moveTo>
                  <a:cubicBezTo>
                    <a:pt x="0" y="51987"/>
                    <a:pt x="127127" y="0"/>
                    <a:pt x="283337" y="0"/>
                  </a:cubicBezTo>
                  <a:lnTo>
                    <a:pt x="10936986" y="0"/>
                  </a:lnTo>
                  <a:lnTo>
                    <a:pt x="10936986" y="7548"/>
                  </a:lnTo>
                  <a:lnTo>
                    <a:pt x="10936986" y="0"/>
                  </a:lnTo>
                  <a:cubicBezTo>
                    <a:pt x="11093069" y="0"/>
                    <a:pt x="11220323" y="51987"/>
                    <a:pt x="11220323" y="116412"/>
                  </a:cubicBezTo>
                  <a:lnTo>
                    <a:pt x="11202289" y="116412"/>
                  </a:lnTo>
                  <a:lnTo>
                    <a:pt x="11220323" y="116412"/>
                  </a:lnTo>
                  <a:lnTo>
                    <a:pt x="11220323" y="551866"/>
                  </a:lnTo>
                  <a:lnTo>
                    <a:pt x="11202289" y="551866"/>
                  </a:lnTo>
                  <a:lnTo>
                    <a:pt x="11220323" y="551866"/>
                  </a:lnTo>
                  <a:cubicBezTo>
                    <a:pt x="11220323" y="616291"/>
                    <a:pt x="11093196" y="668278"/>
                    <a:pt x="10936986" y="668278"/>
                  </a:cubicBezTo>
                  <a:lnTo>
                    <a:pt x="10936986" y="660730"/>
                  </a:lnTo>
                  <a:lnTo>
                    <a:pt x="10936986" y="668278"/>
                  </a:lnTo>
                  <a:lnTo>
                    <a:pt x="283337" y="668278"/>
                  </a:lnTo>
                  <a:lnTo>
                    <a:pt x="283337" y="660730"/>
                  </a:lnTo>
                  <a:lnTo>
                    <a:pt x="283337" y="668278"/>
                  </a:lnTo>
                  <a:cubicBezTo>
                    <a:pt x="127127" y="668278"/>
                    <a:pt x="0" y="616292"/>
                    <a:pt x="0" y="551866"/>
                  </a:cubicBezTo>
                  <a:lnTo>
                    <a:pt x="0" y="116412"/>
                  </a:lnTo>
                  <a:lnTo>
                    <a:pt x="18034" y="116412"/>
                  </a:lnTo>
                  <a:lnTo>
                    <a:pt x="0" y="116412"/>
                  </a:lnTo>
                  <a:moveTo>
                    <a:pt x="36068" y="116412"/>
                  </a:moveTo>
                  <a:lnTo>
                    <a:pt x="36068" y="551866"/>
                  </a:lnTo>
                  <a:lnTo>
                    <a:pt x="18034" y="551866"/>
                  </a:lnTo>
                  <a:lnTo>
                    <a:pt x="36068" y="551866"/>
                  </a:lnTo>
                  <a:cubicBezTo>
                    <a:pt x="36068" y="607680"/>
                    <a:pt x="146431" y="653182"/>
                    <a:pt x="283210" y="653182"/>
                  </a:cubicBezTo>
                  <a:lnTo>
                    <a:pt x="10936986" y="653182"/>
                  </a:lnTo>
                  <a:cubicBezTo>
                    <a:pt x="11073892" y="653182"/>
                    <a:pt x="11184128" y="607680"/>
                    <a:pt x="11184128" y="551866"/>
                  </a:cubicBezTo>
                  <a:lnTo>
                    <a:pt x="11184128" y="116412"/>
                  </a:lnTo>
                  <a:cubicBezTo>
                    <a:pt x="11184128" y="60598"/>
                    <a:pt x="11073765" y="15096"/>
                    <a:pt x="10936986" y="15096"/>
                  </a:cubicBezTo>
                  <a:lnTo>
                    <a:pt x="283337" y="15096"/>
                  </a:lnTo>
                  <a:lnTo>
                    <a:pt x="283337" y="7548"/>
                  </a:lnTo>
                  <a:lnTo>
                    <a:pt x="283337" y="15096"/>
                  </a:lnTo>
                  <a:cubicBezTo>
                    <a:pt x="146431" y="15096"/>
                    <a:pt x="36068" y="60598"/>
                    <a:pt x="36068" y="116412"/>
                  </a:cubicBezTo>
                  <a:close/>
                </a:path>
              </a:pathLst>
            </a:custGeom>
            <a:solidFill>
              <a:srgbClr val="007AFF"/>
            </a:solidFill>
          </p:spPr>
        </p:sp>
      </p:grpSp>
      <p:sp>
        <p:nvSpPr>
          <p:cNvPr id="23" name="TextBox 23"/>
          <p:cNvSpPr txBox="1"/>
          <p:nvPr/>
        </p:nvSpPr>
        <p:spPr>
          <a:xfrm>
            <a:off x="2567483" y="6836989"/>
            <a:ext cx="251561" cy="669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8"/>
              </a:lnSpc>
            </a:pPr>
            <a:r>
              <a:rPr lang="en-US" sz="3906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429524" y="5388614"/>
            <a:ext cx="13367292" cy="707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2"/>
              </a:lnSpc>
            </a:pPr>
            <a:r>
              <a:rPr lang="en-US" sz="4235">
                <a:solidFill>
                  <a:srgbClr val="A5A5A5"/>
                </a:solidFill>
                <a:latin typeface="Calibri (MS)"/>
                <a:ea typeface="Calibri (MS)"/>
                <a:cs typeface="Calibri (MS)"/>
                <a:sym typeface="Calibri (MS)"/>
              </a:rPr>
              <a:t>Authentication &amp; Data Layer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429524" y="6827464"/>
            <a:ext cx="13367292" cy="707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2"/>
              </a:lnSpc>
            </a:pPr>
            <a:r>
              <a:rPr lang="en-US" sz="4235">
                <a:solidFill>
                  <a:srgbClr val="A5A5A5"/>
                </a:solidFill>
                <a:latin typeface="Calibri (MS)"/>
                <a:ea typeface="Calibri (MS)"/>
                <a:cs typeface="Calibri (MS)"/>
                <a:sym typeface="Calibri (MS)"/>
              </a:rPr>
              <a:t>GUI Development &amp; Integration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429524" y="2648492"/>
            <a:ext cx="13367292" cy="707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2"/>
              </a:lnSpc>
            </a:pPr>
            <a:r>
              <a:rPr lang="en-US" sz="4235">
                <a:solidFill>
                  <a:srgbClr val="A5A5A5"/>
                </a:solidFill>
                <a:latin typeface="Calibri (MS)"/>
                <a:ea typeface="Calibri (MS)"/>
                <a:cs typeface="Calibri (MS)"/>
                <a:sym typeface="Calibri (MS)"/>
              </a:rPr>
              <a:t>Brainstorming &amp; Planning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848692" y="8115203"/>
            <a:ext cx="15410608" cy="880208"/>
            <a:chOff x="0" y="0"/>
            <a:chExt cx="11220247" cy="640867"/>
          </a:xfrm>
        </p:grpSpPr>
        <p:sp>
          <p:nvSpPr>
            <p:cNvPr id="28" name="Freeform 28"/>
            <p:cNvSpPr/>
            <p:nvPr/>
          </p:nvSpPr>
          <p:spPr>
            <a:xfrm>
              <a:off x="18034" y="7238"/>
              <a:ext cx="11184255" cy="626370"/>
            </a:xfrm>
            <a:custGeom>
              <a:avLst/>
              <a:gdLst/>
              <a:ahLst/>
              <a:cxnLst/>
              <a:rect l="l" t="t" r="r" b="b"/>
              <a:pathLst>
                <a:path w="11184255" h="626370">
                  <a:moveTo>
                    <a:pt x="0" y="104395"/>
                  </a:moveTo>
                  <a:cubicBezTo>
                    <a:pt x="0" y="46744"/>
                    <a:pt x="118745" y="0"/>
                    <a:pt x="265303" y="0"/>
                  </a:cubicBezTo>
                  <a:lnTo>
                    <a:pt x="10918952" y="0"/>
                  </a:lnTo>
                  <a:cubicBezTo>
                    <a:pt x="11065510" y="0"/>
                    <a:pt x="11184255" y="46744"/>
                    <a:pt x="11184255" y="104395"/>
                  </a:cubicBezTo>
                  <a:lnTo>
                    <a:pt x="11184255" y="521976"/>
                  </a:lnTo>
                  <a:cubicBezTo>
                    <a:pt x="11184255" y="579627"/>
                    <a:pt x="11065510" y="626371"/>
                    <a:pt x="10918952" y="626371"/>
                  </a:cubicBezTo>
                  <a:lnTo>
                    <a:pt x="265303" y="626371"/>
                  </a:lnTo>
                  <a:cubicBezTo>
                    <a:pt x="118745" y="626371"/>
                    <a:pt x="0" y="579627"/>
                    <a:pt x="0" y="521976"/>
                  </a:cubicBezTo>
                  <a:close/>
                </a:path>
              </a:pathLst>
            </a:custGeom>
            <a:solidFill>
              <a:srgbClr val="1E3264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0" y="0"/>
              <a:ext cx="11220323" cy="640847"/>
            </a:xfrm>
            <a:custGeom>
              <a:avLst/>
              <a:gdLst/>
              <a:ahLst/>
              <a:cxnLst/>
              <a:rect l="l" t="t" r="r" b="b"/>
              <a:pathLst>
                <a:path w="11220323" h="640847">
                  <a:moveTo>
                    <a:pt x="0" y="111633"/>
                  </a:moveTo>
                  <a:cubicBezTo>
                    <a:pt x="0" y="49853"/>
                    <a:pt x="127127" y="0"/>
                    <a:pt x="283337" y="0"/>
                  </a:cubicBezTo>
                  <a:lnTo>
                    <a:pt x="10936986" y="0"/>
                  </a:lnTo>
                  <a:lnTo>
                    <a:pt x="10936986" y="7238"/>
                  </a:lnTo>
                  <a:lnTo>
                    <a:pt x="10936986" y="0"/>
                  </a:lnTo>
                  <a:cubicBezTo>
                    <a:pt x="11093069" y="0"/>
                    <a:pt x="11220323" y="49853"/>
                    <a:pt x="11220323" y="111633"/>
                  </a:cubicBezTo>
                  <a:lnTo>
                    <a:pt x="11202289" y="111633"/>
                  </a:lnTo>
                  <a:lnTo>
                    <a:pt x="11220323" y="111633"/>
                  </a:lnTo>
                  <a:lnTo>
                    <a:pt x="11220323" y="529214"/>
                  </a:lnTo>
                  <a:lnTo>
                    <a:pt x="11202289" y="529214"/>
                  </a:lnTo>
                  <a:lnTo>
                    <a:pt x="11220323" y="529214"/>
                  </a:lnTo>
                  <a:cubicBezTo>
                    <a:pt x="11220323" y="590994"/>
                    <a:pt x="11093196" y="640847"/>
                    <a:pt x="10936986" y="640847"/>
                  </a:cubicBezTo>
                  <a:lnTo>
                    <a:pt x="10936986" y="633609"/>
                  </a:lnTo>
                  <a:lnTo>
                    <a:pt x="10936986" y="640847"/>
                  </a:lnTo>
                  <a:lnTo>
                    <a:pt x="283337" y="640847"/>
                  </a:lnTo>
                  <a:lnTo>
                    <a:pt x="283337" y="633609"/>
                  </a:lnTo>
                  <a:lnTo>
                    <a:pt x="283337" y="640847"/>
                  </a:lnTo>
                  <a:cubicBezTo>
                    <a:pt x="127127" y="640847"/>
                    <a:pt x="0" y="590994"/>
                    <a:pt x="0" y="529214"/>
                  </a:cubicBezTo>
                  <a:lnTo>
                    <a:pt x="0" y="111633"/>
                  </a:lnTo>
                  <a:lnTo>
                    <a:pt x="18034" y="111633"/>
                  </a:lnTo>
                  <a:lnTo>
                    <a:pt x="0" y="111633"/>
                  </a:lnTo>
                  <a:moveTo>
                    <a:pt x="36068" y="111633"/>
                  </a:moveTo>
                  <a:lnTo>
                    <a:pt x="36068" y="529214"/>
                  </a:lnTo>
                  <a:lnTo>
                    <a:pt x="18034" y="529214"/>
                  </a:lnTo>
                  <a:lnTo>
                    <a:pt x="36068" y="529214"/>
                  </a:lnTo>
                  <a:cubicBezTo>
                    <a:pt x="36068" y="582736"/>
                    <a:pt x="146431" y="626370"/>
                    <a:pt x="283210" y="626370"/>
                  </a:cubicBezTo>
                  <a:lnTo>
                    <a:pt x="10936986" y="626370"/>
                  </a:lnTo>
                  <a:cubicBezTo>
                    <a:pt x="11073892" y="626370"/>
                    <a:pt x="11184128" y="582736"/>
                    <a:pt x="11184128" y="529214"/>
                  </a:cubicBezTo>
                  <a:lnTo>
                    <a:pt x="11184128" y="111633"/>
                  </a:lnTo>
                  <a:cubicBezTo>
                    <a:pt x="11184128" y="58111"/>
                    <a:pt x="11073765" y="14477"/>
                    <a:pt x="10936986" y="14477"/>
                  </a:cubicBezTo>
                  <a:lnTo>
                    <a:pt x="283337" y="14477"/>
                  </a:lnTo>
                  <a:lnTo>
                    <a:pt x="283337" y="7238"/>
                  </a:lnTo>
                  <a:lnTo>
                    <a:pt x="283337" y="14477"/>
                  </a:lnTo>
                  <a:cubicBezTo>
                    <a:pt x="146431" y="14477"/>
                    <a:pt x="36068" y="58111"/>
                    <a:pt x="36068" y="111633"/>
                  </a:cubicBezTo>
                  <a:close/>
                </a:path>
              </a:pathLst>
            </a:custGeom>
            <a:solidFill>
              <a:srgbClr val="007AFF"/>
            </a:solidFill>
          </p:spPr>
        </p:sp>
      </p:grpSp>
      <p:sp>
        <p:nvSpPr>
          <p:cNvPr id="30" name="TextBox 30"/>
          <p:cNvSpPr txBox="1"/>
          <p:nvPr/>
        </p:nvSpPr>
        <p:spPr>
          <a:xfrm>
            <a:off x="2576798" y="8214515"/>
            <a:ext cx="251561" cy="669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8"/>
              </a:lnSpc>
            </a:pPr>
            <a:r>
              <a:rPr lang="en-US" sz="3906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438838" y="8213935"/>
            <a:ext cx="13367292" cy="707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2"/>
              </a:lnSpc>
            </a:pPr>
            <a:r>
              <a:rPr lang="en-US" sz="4235">
                <a:solidFill>
                  <a:srgbClr val="A5A5A5"/>
                </a:solidFill>
                <a:latin typeface="Calibri (MS)"/>
                <a:ea typeface="Calibri (MS)"/>
                <a:cs typeface="Calibri (MS)"/>
                <a:sym typeface="Calibri (MS)"/>
              </a:rPr>
              <a:t>Testing, Documentation &amp; Deployment</a:t>
            </a:r>
          </a:p>
        </p:txBody>
      </p:sp>
      <p:sp>
        <p:nvSpPr>
          <p:cNvPr id="32" name="Freeform 32"/>
          <p:cNvSpPr/>
          <p:nvPr/>
        </p:nvSpPr>
        <p:spPr>
          <a:xfrm>
            <a:off x="14976438" y="-823514"/>
            <a:ext cx="3150948" cy="3150948"/>
          </a:xfrm>
          <a:custGeom>
            <a:avLst/>
            <a:gdLst/>
            <a:ahLst/>
            <a:cxnLst/>
            <a:rect l="l" t="t" r="r" b="b"/>
            <a:pathLst>
              <a:path w="3150948" h="3150948">
                <a:moveTo>
                  <a:pt x="0" y="0"/>
                </a:moveTo>
                <a:lnTo>
                  <a:pt x="3150948" y="0"/>
                </a:lnTo>
                <a:lnTo>
                  <a:pt x="3150948" y="3150948"/>
                </a:lnTo>
                <a:lnTo>
                  <a:pt x="0" y="31509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451286" y="2778753"/>
            <a:ext cx="11404113" cy="11487660"/>
          </a:xfrm>
          <a:custGeom>
            <a:avLst/>
            <a:gdLst/>
            <a:ahLst/>
            <a:cxnLst/>
            <a:rect l="l" t="t" r="r" b="b"/>
            <a:pathLst>
              <a:path w="11404113" h="11487660">
                <a:moveTo>
                  <a:pt x="0" y="0"/>
                </a:moveTo>
                <a:lnTo>
                  <a:pt x="11404113" y="0"/>
                </a:lnTo>
                <a:lnTo>
                  <a:pt x="11404113" y="11487660"/>
                </a:lnTo>
                <a:lnTo>
                  <a:pt x="0" y="114876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1383774">
            <a:off x="9611538" y="-1204760"/>
            <a:ext cx="11226909" cy="14341591"/>
            <a:chOff x="0" y="0"/>
            <a:chExt cx="2956881" cy="377720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56881" cy="3777209"/>
            </a:xfrm>
            <a:custGeom>
              <a:avLst/>
              <a:gdLst/>
              <a:ahLst/>
              <a:cxnLst/>
              <a:rect l="l" t="t" r="r" b="b"/>
              <a:pathLst>
                <a:path w="2956881" h="3777209">
                  <a:moveTo>
                    <a:pt x="0" y="0"/>
                  </a:moveTo>
                  <a:lnTo>
                    <a:pt x="2956881" y="0"/>
                  </a:lnTo>
                  <a:lnTo>
                    <a:pt x="2956881" y="3777209"/>
                  </a:lnTo>
                  <a:lnTo>
                    <a:pt x="0" y="3777209"/>
                  </a:lnTo>
                  <a:close/>
                </a:path>
              </a:pathLst>
            </a:custGeom>
            <a:gradFill rotWithShape="1">
              <a:gsLst>
                <a:gs pos="0">
                  <a:srgbClr val="141519">
                    <a:alpha val="10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28575"/>
              <a:ext cx="2956881" cy="37486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67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1383774">
            <a:off x="10766468" y="-32775"/>
            <a:ext cx="10773748" cy="14341591"/>
            <a:chOff x="0" y="0"/>
            <a:chExt cx="2837530" cy="377720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37530" cy="3777209"/>
            </a:xfrm>
            <a:custGeom>
              <a:avLst/>
              <a:gdLst/>
              <a:ahLst/>
              <a:cxnLst/>
              <a:rect l="l" t="t" r="r" b="b"/>
              <a:pathLst>
                <a:path w="2837530" h="3777209">
                  <a:moveTo>
                    <a:pt x="0" y="0"/>
                  </a:moveTo>
                  <a:lnTo>
                    <a:pt x="2837530" y="0"/>
                  </a:lnTo>
                  <a:lnTo>
                    <a:pt x="2837530" y="3777209"/>
                  </a:lnTo>
                  <a:lnTo>
                    <a:pt x="0" y="3777209"/>
                  </a:lnTo>
                  <a:close/>
                </a:path>
              </a:pathLst>
            </a:custGeom>
            <a:gradFill rotWithShape="1">
              <a:gsLst>
                <a:gs pos="0">
                  <a:srgbClr val="141519">
                    <a:alpha val="10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28575"/>
              <a:ext cx="2837530" cy="37486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67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166442" y="857250"/>
            <a:ext cx="10262112" cy="1426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97"/>
              </a:lnSpc>
            </a:pPr>
            <a:r>
              <a:rPr lang="en-US" sz="8331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Three-Tier Architecture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504178" y="2218377"/>
            <a:ext cx="4778036" cy="143511"/>
            <a:chOff x="0" y="0"/>
            <a:chExt cx="3914991" cy="117589"/>
          </a:xfrm>
        </p:grpSpPr>
        <p:sp>
          <p:nvSpPr>
            <p:cNvPr id="11" name="Freeform 11"/>
            <p:cNvSpPr/>
            <p:nvPr/>
          </p:nvSpPr>
          <p:spPr>
            <a:xfrm>
              <a:off x="6731" y="6731"/>
              <a:ext cx="3901440" cy="104140"/>
            </a:xfrm>
            <a:custGeom>
              <a:avLst/>
              <a:gdLst/>
              <a:ahLst/>
              <a:cxnLst/>
              <a:rect l="l" t="t" r="r" b="b"/>
              <a:pathLst>
                <a:path w="3901440" h="104140">
                  <a:moveTo>
                    <a:pt x="0" y="0"/>
                  </a:moveTo>
                  <a:lnTo>
                    <a:pt x="3901440" y="0"/>
                  </a:lnTo>
                  <a:lnTo>
                    <a:pt x="3901440" y="104140"/>
                  </a:lnTo>
                  <a:lnTo>
                    <a:pt x="0" y="104140"/>
                  </a:lnTo>
                  <a:close/>
                </a:path>
              </a:pathLst>
            </a:custGeom>
            <a:solidFill>
              <a:srgbClr val="007AFF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0" y="0"/>
              <a:ext cx="3914902" cy="117602"/>
            </a:xfrm>
            <a:custGeom>
              <a:avLst/>
              <a:gdLst/>
              <a:ahLst/>
              <a:cxnLst/>
              <a:rect l="l" t="t" r="r" b="b"/>
              <a:pathLst>
                <a:path w="3914902" h="117602">
                  <a:moveTo>
                    <a:pt x="6731" y="0"/>
                  </a:moveTo>
                  <a:lnTo>
                    <a:pt x="3908171" y="0"/>
                  </a:lnTo>
                  <a:cubicBezTo>
                    <a:pt x="3911854" y="0"/>
                    <a:pt x="3914902" y="3048"/>
                    <a:pt x="3914902" y="6731"/>
                  </a:cubicBezTo>
                  <a:lnTo>
                    <a:pt x="3914902" y="110871"/>
                  </a:lnTo>
                  <a:cubicBezTo>
                    <a:pt x="3914902" y="114554"/>
                    <a:pt x="3911854" y="117602"/>
                    <a:pt x="3908171" y="117602"/>
                  </a:cubicBezTo>
                  <a:lnTo>
                    <a:pt x="6731" y="117602"/>
                  </a:lnTo>
                  <a:cubicBezTo>
                    <a:pt x="3048" y="117602"/>
                    <a:pt x="0" y="114554"/>
                    <a:pt x="0" y="110871"/>
                  </a:cubicBezTo>
                  <a:lnTo>
                    <a:pt x="0" y="6731"/>
                  </a:lnTo>
                  <a:cubicBezTo>
                    <a:pt x="0" y="3048"/>
                    <a:pt x="3048" y="0"/>
                    <a:pt x="6731" y="0"/>
                  </a:cubicBezTo>
                  <a:moveTo>
                    <a:pt x="6731" y="13589"/>
                  </a:moveTo>
                  <a:lnTo>
                    <a:pt x="6731" y="6731"/>
                  </a:lnTo>
                  <a:lnTo>
                    <a:pt x="13462" y="6731"/>
                  </a:lnTo>
                  <a:lnTo>
                    <a:pt x="13462" y="110871"/>
                  </a:lnTo>
                  <a:lnTo>
                    <a:pt x="6731" y="110871"/>
                  </a:lnTo>
                  <a:lnTo>
                    <a:pt x="6731" y="104013"/>
                  </a:lnTo>
                  <a:lnTo>
                    <a:pt x="3908171" y="104013"/>
                  </a:lnTo>
                  <a:lnTo>
                    <a:pt x="3908171" y="110744"/>
                  </a:lnTo>
                  <a:lnTo>
                    <a:pt x="3901440" y="110744"/>
                  </a:lnTo>
                  <a:lnTo>
                    <a:pt x="3901440" y="6731"/>
                  </a:lnTo>
                  <a:lnTo>
                    <a:pt x="3908171" y="6731"/>
                  </a:lnTo>
                  <a:lnTo>
                    <a:pt x="3908171" y="13462"/>
                  </a:lnTo>
                  <a:lnTo>
                    <a:pt x="6731" y="13462"/>
                  </a:lnTo>
                  <a:close/>
                </a:path>
              </a:pathLst>
            </a:custGeom>
            <a:solidFill>
              <a:srgbClr val="4A7EBB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3596550" y="2850640"/>
            <a:ext cx="11126700" cy="1921137"/>
            <a:chOff x="0" y="0"/>
            <a:chExt cx="9116911" cy="1574127"/>
          </a:xfrm>
        </p:grpSpPr>
        <p:sp>
          <p:nvSpPr>
            <p:cNvPr id="14" name="Freeform 14"/>
            <p:cNvSpPr/>
            <p:nvPr/>
          </p:nvSpPr>
          <p:spPr>
            <a:xfrm>
              <a:off x="6731" y="6731"/>
              <a:ext cx="9103487" cy="1560576"/>
            </a:xfrm>
            <a:custGeom>
              <a:avLst/>
              <a:gdLst/>
              <a:ahLst/>
              <a:cxnLst/>
              <a:rect l="l" t="t" r="r" b="b"/>
              <a:pathLst>
                <a:path w="9103487" h="1560576">
                  <a:moveTo>
                    <a:pt x="0" y="260096"/>
                  </a:moveTo>
                  <a:cubicBezTo>
                    <a:pt x="0" y="116459"/>
                    <a:pt x="117348" y="0"/>
                    <a:pt x="262001" y="0"/>
                  </a:cubicBezTo>
                  <a:lnTo>
                    <a:pt x="8841486" y="0"/>
                  </a:lnTo>
                  <a:cubicBezTo>
                    <a:pt x="8986139" y="0"/>
                    <a:pt x="9103487" y="116459"/>
                    <a:pt x="9103487" y="260096"/>
                  </a:cubicBezTo>
                  <a:lnTo>
                    <a:pt x="9103487" y="1300480"/>
                  </a:lnTo>
                  <a:cubicBezTo>
                    <a:pt x="9103487" y="1444117"/>
                    <a:pt x="8986139" y="1560576"/>
                    <a:pt x="8841486" y="1560576"/>
                  </a:cubicBezTo>
                  <a:lnTo>
                    <a:pt x="262001" y="1560576"/>
                  </a:lnTo>
                  <a:cubicBezTo>
                    <a:pt x="117348" y="1560576"/>
                    <a:pt x="0" y="1444117"/>
                    <a:pt x="0" y="1300480"/>
                  </a:cubicBezTo>
                  <a:close/>
                </a:path>
              </a:pathLst>
            </a:custGeom>
            <a:solidFill>
              <a:srgbClr val="007AFF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0" y="0"/>
              <a:ext cx="9116949" cy="1574038"/>
            </a:xfrm>
            <a:custGeom>
              <a:avLst/>
              <a:gdLst/>
              <a:ahLst/>
              <a:cxnLst/>
              <a:rect l="l" t="t" r="r" b="b"/>
              <a:pathLst>
                <a:path w="9116949" h="1574038">
                  <a:moveTo>
                    <a:pt x="0" y="266827"/>
                  </a:moveTo>
                  <a:cubicBezTo>
                    <a:pt x="0" y="119380"/>
                    <a:pt x="120396" y="0"/>
                    <a:pt x="268732" y="0"/>
                  </a:cubicBezTo>
                  <a:lnTo>
                    <a:pt x="8848217" y="0"/>
                  </a:lnTo>
                  <a:lnTo>
                    <a:pt x="8848217" y="6731"/>
                  </a:lnTo>
                  <a:lnTo>
                    <a:pt x="8848217" y="0"/>
                  </a:lnTo>
                  <a:cubicBezTo>
                    <a:pt x="8996553" y="0"/>
                    <a:pt x="9116949" y="119380"/>
                    <a:pt x="9116949" y="266827"/>
                  </a:cubicBezTo>
                  <a:lnTo>
                    <a:pt x="9110218" y="266827"/>
                  </a:lnTo>
                  <a:lnTo>
                    <a:pt x="9116949" y="266827"/>
                  </a:lnTo>
                  <a:lnTo>
                    <a:pt x="9116949" y="1307211"/>
                  </a:lnTo>
                  <a:lnTo>
                    <a:pt x="9110218" y="1307211"/>
                  </a:lnTo>
                  <a:lnTo>
                    <a:pt x="9116949" y="1307211"/>
                  </a:lnTo>
                  <a:cubicBezTo>
                    <a:pt x="9116949" y="1454658"/>
                    <a:pt x="8996553" y="1574038"/>
                    <a:pt x="8848217" y="1574038"/>
                  </a:cubicBezTo>
                  <a:lnTo>
                    <a:pt x="8848217" y="1567307"/>
                  </a:lnTo>
                  <a:lnTo>
                    <a:pt x="8848217" y="1574038"/>
                  </a:lnTo>
                  <a:lnTo>
                    <a:pt x="268732" y="1574038"/>
                  </a:lnTo>
                  <a:lnTo>
                    <a:pt x="268732" y="1567307"/>
                  </a:lnTo>
                  <a:lnTo>
                    <a:pt x="268732" y="1574038"/>
                  </a:lnTo>
                  <a:cubicBezTo>
                    <a:pt x="120396" y="1574165"/>
                    <a:pt x="0" y="1454658"/>
                    <a:pt x="0" y="1307211"/>
                  </a:cubicBezTo>
                  <a:lnTo>
                    <a:pt x="0" y="266827"/>
                  </a:lnTo>
                  <a:lnTo>
                    <a:pt x="6731" y="266827"/>
                  </a:lnTo>
                  <a:lnTo>
                    <a:pt x="0" y="266827"/>
                  </a:lnTo>
                  <a:moveTo>
                    <a:pt x="13589" y="266827"/>
                  </a:moveTo>
                  <a:lnTo>
                    <a:pt x="13589" y="1307211"/>
                  </a:lnTo>
                  <a:lnTo>
                    <a:pt x="6731" y="1307211"/>
                  </a:lnTo>
                  <a:lnTo>
                    <a:pt x="13462" y="1307211"/>
                  </a:lnTo>
                  <a:cubicBezTo>
                    <a:pt x="13462" y="1447038"/>
                    <a:pt x="127635" y="1560576"/>
                    <a:pt x="268605" y="1560576"/>
                  </a:cubicBezTo>
                  <a:lnTo>
                    <a:pt x="8848217" y="1560576"/>
                  </a:lnTo>
                  <a:cubicBezTo>
                    <a:pt x="8989187" y="1560576"/>
                    <a:pt x="9103361" y="1447165"/>
                    <a:pt x="9103361" y="1307211"/>
                  </a:cubicBezTo>
                  <a:lnTo>
                    <a:pt x="9103361" y="266827"/>
                  </a:lnTo>
                  <a:cubicBezTo>
                    <a:pt x="9103361" y="127000"/>
                    <a:pt x="8989187" y="13462"/>
                    <a:pt x="8848217" y="13462"/>
                  </a:cubicBezTo>
                  <a:lnTo>
                    <a:pt x="268732" y="13462"/>
                  </a:lnTo>
                  <a:lnTo>
                    <a:pt x="268732" y="6731"/>
                  </a:lnTo>
                  <a:lnTo>
                    <a:pt x="268732" y="13462"/>
                  </a:lnTo>
                  <a:cubicBezTo>
                    <a:pt x="127762" y="13589"/>
                    <a:pt x="13589" y="127000"/>
                    <a:pt x="13589" y="266827"/>
                  </a:cubicBezTo>
                  <a:close/>
                </a:path>
              </a:pathLst>
            </a:custGeom>
            <a:solidFill>
              <a:srgbClr val="007AFF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4071041" y="3104699"/>
            <a:ext cx="10177702" cy="1346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2"/>
              </a:lnSpc>
            </a:pPr>
            <a:r>
              <a:rPr lang="en-US" sz="2777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PRESENTATION LAYER</a:t>
            </a:r>
          </a:p>
          <a:p>
            <a:pPr algn="l">
              <a:lnSpc>
                <a:spcPts val="3332"/>
              </a:lnSpc>
            </a:pPr>
            <a:r>
              <a:rPr lang="en-US" sz="2777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ImGui GUI • User Interface • User Interaction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3596550" y="5231389"/>
            <a:ext cx="11126700" cy="1921137"/>
            <a:chOff x="0" y="0"/>
            <a:chExt cx="9116911" cy="1574127"/>
          </a:xfrm>
        </p:grpSpPr>
        <p:sp>
          <p:nvSpPr>
            <p:cNvPr id="18" name="Freeform 18"/>
            <p:cNvSpPr/>
            <p:nvPr/>
          </p:nvSpPr>
          <p:spPr>
            <a:xfrm>
              <a:off x="6731" y="6731"/>
              <a:ext cx="9103487" cy="1560576"/>
            </a:xfrm>
            <a:custGeom>
              <a:avLst/>
              <a:gdLst/>
              <a:ahLst/>
              <a:cxnLst/>
              <a:rect l="l" t="t" r="r" b="b"/>
              <a:pathLst>
                <a:path w="9103487" h="1560576">
                  <a:moveTo>
                    <a:pt x="0" y="260096"/>
                  </a:moveTo>
                  <a:cubicBezTo>
                    <a:pt x="0" y="116459"/>
                    <a:pt x="117348" y="0"/>
                    <a:pt x="262001" y="0"/>
                  </a:cubicBezTo>
                  <a:lnTo>
                    <a:pt x="8841486" y="0"/>
                  </a:lnTo>
                  <a:cubicBezTo>
                    <a:pt x="8986139" y="0"/>
                    <a:pt x="9103487" y="116459"/>
                    <a:pt x="9103487" y="260096"/>
                  </a:cubicBezTo>
                  <a:lnTo>
                    <a:pt x="9103487" y="1300480"/>
                  </a:lnTo>
                  <a:cubicBezTo>
                    <a:pt x="9103487" y="1444117"/>
                    <a:pt x="8986139" y="1560576"/>
                    <a:pt x="8841486" y="1560576"/>
                  </a:cubicBezTo>
                  <a:lnTo>
                    <a:pt x="262001" y="1560576"/>
                  </a:lnTo>
                  <a:cubicBezTo>
                    <a:pt x="117348" y="1560576"/>
                    <a:pt x="0" y="1444117"/>
                    <a:pt x="0" y="1300480"/>
                  </a:cubicBezTo>
                  <a:close/>
                </a:path>
              </a:pathLst>
            </a:custGeom>
            <a:solidFill>
              <a:srgbClr val="10B981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9116949" cy="1574038"/>
            </a:xfrm>
            <a:custGeom>
              <a:avLst/>
              <a:gdLst/>
              <a:ahLst/>
              <a:cxnLst/>
              <a:rect l="l" t="t" r="r" b="b"/>
              <a:pathLst>
                <a:path w="9116949" h="1574038">
                  <a:moveTo>
                    <a:pt x="0" y="266827"/>
                  </a:moveTo>
                  <a:cubicBezTo>
                    <a:pt x="0" y="119380"/>
                    <a:pt x="120396" y="0"/>
                    <a:pt x="268732" y="0"/>
                  </a:cubicBezTo>
                  <a:lnTo>
                    <a:pt x="8848217" y="0"/>
                  </a:lnTo>
                  <a:lnTo>
                    <a:pt x="8848217" y="6731"/>
                  </a:lnTo>
                  <a:lnTo>
                    <a:pt x="8848217" y="0"/>
                  </a:lnTo>
                  <a:cubicBezTo>
                    <a:pt x="8996553" y="0"/>
                    <a:pt x="9116949" y="119380"/>
                    <a:pt x="9116949" y="266827"/>
                  </a:cubicBezTo>
                  <a:lnTo>
                    <a:pt x="9110218" y="266827"/>
                  </a:lnTo>
                  <a:lnTo>
                    <a:pt x="9116949" y="266827"/>
                  </a:lnTo>
                  <a:lnTo>
                    <a:pt x="9116949" y="1307211"/>
                  </a:lnTo>
                  <a:lnTo>
                    <a:pt x="9110218" y="1307211"/>
                  </a:lnTo>
                  <a:lnTo>
                    <a:pt x="9116949" y="1307211"/>
                  </a:lnTo>
                  <a:cubicBezTo>
                    <a:pt x="9116949" y="1454658"/>
                    <a:pt x="8996553" y="1574038"/>
                    <a:pt x="8848217" y="1574038"/>
                  </a:cubicBezTo>
                  <a:lnTo>
                    <a:pt x="8848217" y="1567307"/>
                  </a:lnTo>
                  <a:lnTo>
                    <a:pt x="8848217" y="1574038"/>
                  </a:lnTo>
                  <a:lnTo>
                    <a:pt x="268732" y="1574038"/>
                  </a:lnTo>
                  <a:lnTo>
                    <a:pt x="268732" y="1567307"/>
                  </a:lnTo>
                  <a:lnTo>
                    <a:pt x="268732" y="1574038"/>
                  </a:lnTo>
                  <a:cubicBezTo>
                    <a:pt x="120396" y="1574165"/>
                    <a:pt x="0" y="1454658"/>
                    <a:pt x="0" y="1307211"/>
                  </a:cubicBezTo>
                  <a:lnTo>
                    <a:pt x="0" y="266827"/>
                  </a:lnTo>
                  <a:lnTo>
                    <a:pt x="6731" y="266827"/>
                  </a:lnTo>
                  <a:lnTo>
                    <a:pt x="0" y="266827"/>
                  </a:lnTo>
                  <a:moveTo>
                    <a:pt x="13589" y="266827"/>
                  </a:moveTo>
                  <a:lnTo>
                    <a:pt x="13589" y="1307211"/>
                  </a:lnTo>
                  <a:lnTo>
                    <a:pt x="6731" y="1307211"/>
                  </a:lnTo>
                  <a:lnTo>
                    <a:pt x="13462" y="1307211"/>
                  </a:lnTo>
                  <a:cubicBezTo>
                    <a:pt x="13462" y="1447038"/>
                    <a:pt x="127635" y="1560576"/>
                    <a:pt x="268605" y="1560576"/>
                  </a:cubicBezTo>
                  <a:lnTo>
                    <a:pt x="8848217" y="1560576"/>
                  </a:lnTo>
                  <a:cubicBezTo>
                    <a:pt x="8989187" y="1560576"/>
                    <a:pt x="9103361" y="1447165"/>
                    <a:pt x="9103361" y="1307211"/>
                  </a:cubicBezTo>
                  <a:lnTo>
                    <a:pt x="9103361" y="266827"/>
                  </a:lnTo>
                  <a:cubicBezTo>
                    <a:pt x="9103361" y="127000"/>
                    <a:pt x="8989187" y="13462"/>
                    <a:pt x="8848217" y="13462"/>
                  </a:cubicBezTo>
                  <a:lnTo>
                    <a:pt x="268732" y="13462"/>
                  </a:lnTo>
                  <a:lnTo>
                    <a:pt x="268732" y="6731"/>
                  </a:lnTo>
                  <a:lnTo>
                    <a:pt x="268732" y="13462"/>
                  </a:lnTo>
                  <a:cubicBezTo>
                    <a:pt x="127762" y="13589"/>
                    <a:pt x="13589" y="127000"/>
                    <a:pt x="13589" y="266827"/>
                  </a:cubicBezTo>
                  <a:close/>
                </a:path>
              </a:pathLst>
            </a:custGeom>
            <a:solidFill>
              <a:srgbClr val="10B981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4071041" y="5485448"/>
            <a:ext cx="10177702" cy="1346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2"/>
              </a:lnSpc>
            </a:pPr>
            <a:r>
              <a:rPr lang="en-US" sz="2777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LOGIC LAYER</a:t>
            </a:r>
          </a:p>
          <a:p>
            <a:pPr algn="l">
              <a:lnSpc>
                <a:spcPts val="3332"/>
              </a:lnSpc>
            </a:pPr>
            <a:r>
              <a:rPr lang="en-US" sz="2777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Algorithms • Validation • Business Rules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3596550" y="7612138"/>
            <a:ext cx="11126700" cy="1921137"/>
            <a:chOff x="0" y="0"/>
            <a:chExt cx="9116911" cy="1574127"/>
          </a:xfrm>
        </p:grpSpPr>
        <p:sp>
          <p:nvSpPr>
            <p:cNvPr id="22" name="Freeform 22"/>
            <p:cNvSpPr/>
            <p:nvPr/>
          </p:nvSpPr>
          <p:spPr>
            <a:xfrm>
              <a:off x="6731" y="6731"/>
              <a:ext cx="9103487" cy="1560576"/>
            </a:xfrm>
            <a:custGeom>
              <a:avLst/>
              <a:gdLst/>
              <a:ahLst/>
              <a:cxnLst/>
              <a:rect l="l" t="t" r="r" b="b"/>
              <a:pathLst>
                <a:path w="9103487" h="1560576">
                  <a:moveTo>
                    <a:pt x="0" y="260096"/>
                  </a:moveTo>
                  <a:cubicBezTo>
                    <a:pt x="0" y="116459"/>
                    <a:pt x="117348" y="0"/>
                    <a:pt x="262001" y="0"/>
                  </a:cubicBezTo>
                  <a:lnTo>
                    <a:pt x="8841486" y="0"/>
                  </a:lnTo>
                  <a:cubicBezTo>
                    <a:pt x="8986139" y="0"/>
                    <a:pt x="9103487" y="116459"/>
                    <a:pt x="9103487" y="260096"/>
                  </a:cubicBezTo>
                  <a:lnTo>
                    <a:pt x="9103487" y="1300480"/>
                  </a:lnTo>
                  <a:cubicBezTo>
                    <a:pt x="9103487" y="1444117"/>
                    <a:pt x="8986139" y="1560576"/>
                    <a:pt x="8841486" y="1560576"/>
                  </a:cubicBezTo>
                  <a:lnTo>
                    <a:pt x="262001" y="1560576"/>
                  </a:lnTo>
                  <a:cubicBezTo>
                    <a:pt x="117348" y="1560576"/>
                    <a:pt x="0" y="1444117"/>
                    <a:pt x="0" y="1300480"/>
                  </a:cubicBezTo>
                  <a:close/>
                </a:path>
              </a:pathLst>
            </a:custGeom>
            <a:solidFill>
              <a:srgbClr val="6464FF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0" y="0"/>
              <a:ext cx="9116949" cy="1574038"/>
            </a:xfrm>
            <a:custGeom>
              <a:avLst/>
              <a:gdLst/>
              <a:ahLst/>
              <a:cxnLst/>
              <a:rect l="l" t="t" r="r" b="b"/>
              <a:pathLst>
                <a:path w="9116949" h="1574038">
                  <a:moveTo>
                    <a:pt x="0" y="266827"/>
                  </a:moveTo>
                  <a:cubicBezTo>
                    <a:pt x="0" y="119380"/>
                    <a:pt x="120396" y="0"/>
                    <a:pt x="268732" y="0"/>
                  </a:cubicBezTo>
                  <a:lnTo>
                    <a:pt x="8848217" y="0"/>
                  </a:lnTo>
                  <a:lnTo>
                    <a:pt x="8848217" y="6731"/>
                  </a:lnTo>
                  <a:lnTo>
                    <a:pt x="8848217" y="0"/>
                  </a:lnTo>
                  <a:cubicBezTo>
                    <a:pt x="8996553" y="0"/>
                    <a:pt x="9116949" y="119380"/>
                    <a:pt x="9116949" y="266827"/>
                  </a:cubicBezTo>
                  <a:lnTo>
                    <a:pt x="9110218" y="266827"/>
                  </a:lnTo>
                  <a:lnTo>
                    <a:pt x="9116949" y="266827"/>
                  </a:lnTo>
                  <a:lnTo>
                    <a:pt x="9116949" y="1307211"/>
                  </a:lnTo>
                  <a:lnTo>
                    <a:pt x="9110218" y="1307211"/>
                  </a:lnTo>
                  <a:lnTo>
                    <a:pt x="9116949" y="1307211"/>
                  </a:lnTo>
                  <a:cubicBezTo>
                    <a:pt x="9116949" y="1454658"/>
                    <a:pt x="8996553" y="1574038"/>
                    <a:pt x="8848217" y="1574038"/>
                  </a:cubicBezTo>
                  <a:lnTo>
                    <a:pt x="8848217" y="1567307"/>
                  </a:lnTo>
                  <a:lnTo>
                    <a:pt x="8848217" y="1574038"/>
                  </a:lnTo>
                  <a:lnTo>
                    <a:pt x="268732" y="1574038"/>
                  </a:lnTo>
                  <a:lnTo>
                    <a:pt x="268732" y="1567307"/>
                  </a:lnTo>
                  <a:lnTo>
                    <a:pt x="268732" y="1574038"/>
                  </a:lnTo>
                  <a:cubicBezTo>
                    <a:pt x="120396" y="1574165"/>
                    <a:pt x="0" y="1454658"/>
                    <a:pt x="0" y="1307211"/>
                  </a:cubicBezTo>
                  <a:lnTo>
                    <a:pt x="0" y="266827"/>
                  </a:lnTo>
                  <a:lnTo>
                    <a:pt x="6731" y="266827"/>
                  </a:lnTo>
                  <a:lnTo>
                    <a:pt x="0" y="266827"/>
                  </a:lnTo>
                  <a:moveTo>
                    <a:pt x="13589" y="266827"/>
                  </a:moveTo>
                  <a:lnTo>
                    <a:pt x="13589" y="1307211"/>
                  </a:lnTo>
                  <a:lnTo>
                    <a:pt x="6731" y="1307211"/>
                  </a:lnTo>
                  <a:lnTo>
                    <a:pt x="13462" y="1307211"/>
                  </a:lnTo>
                  <a:cubicBezTo>
                    <a:pt x="13462" y="1447038"/>
                    <a:pt x="127635" y="1560576"/>
                    <a:pt x="268605" y="1560576"/>
                  </a:cubicBezTo>
                  <a:lnTo>
                    <a:pt x="8848217" y="1560576"/>
                  </a:lnTo>
                  <a:cubicBezTo>
                    <a:pt x="8989187" y="1560576"/>
                    <a:pt x="9103361" y="1447165"/>
                    <a:pt x="9103361" y="1307211"/>
                  </a:cubicBezTo>
                  <a:lnTo>
                    <a:pt x="9103361" y="266827"/>
                  </a:lnTo>
                  <a:cubicBezTo>
                    <a:pt x="9103361" y="127000"/>
                    <a:pt x="8989187" y="13462"/>
                    <a:pt x="8848217" y="13462"/>
                  </a:cubicBezTo>
                  <a:lnTo>
                    <a:pt x="268732" y="13462"/>
                  </a:lnTo>
                  <a:lnTo>
                    <a:pt x="268732" y="6731"/>
                  </a:lnTo>
                  <a:lnTo>
                    <a:pt x="268732" y="13462"/>
                  </a:lnTo>
                  <a:cubicBezTo>
                    <a:pt x="127762" y="13589"/>
                    <a:pt x="13589" y="127000"/>
                    <a:pt x="13589" y="266827"/>
                  </a:cubicBezTo>
                  <a:close/>
                </a:path>
              </a:pathLst>
            </a:custGeom>
            <a:solidFill>
              <a:srgbClr val="6464FF"/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4071041" y="7866197"/>
            <a:ext cx="10177702" cy="1346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2"/>
              </a:lnSpc>
            </a:pPr>
            <a:r>
              <a:rPr lang="en-US" sz="2777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 LAYER</a:t>
            </a:r>
          </a:p>
          <a:p>
            <a:pPr algn="l">
              <a:lnSpc>
                <a:spcPts val="3332"/>
              </a:lnSpc>
            </a:pPr>
            <a:r>
              <a:rPr lang="en-US" sz="2777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Structures • CRUD Operations • File I/O</a:t>
            </a:r>
          </a:p>
        </p:txBody>
      </p:sp>
      <p:sp>
        <p:nvSpPr>
          <p:cNvPr id="25" name="Freeform 25"/>
          <p:cNvSpPr/>
          <p:nvPr/>
        </p:nvSpPr>
        <p:spPr>
          <a:xfrm>
            <a:off x="14976438" y="-823514"/>
            <a:ext cx="3150948" cy="3150948"/>
          </a:xfrm>
          <a:custGeom>
            <a:avLst/>
            <a:gdLst/>
            <a:ahLst/>
            <a:cxnLst/>
            <a:rect l="l" t="t" r="r" b="b"/>
            <a:pathLst>
              <a:path w="3150948" h="3150948">
                <a:moveTo>
                  <a:pt x="0" y="0"/>
                </a:moveTo>
                <a:lnTo>
                  <a:pt x="3150948" y="0"/>
                </a:lnTo>
                <a:lnTo>
                  <a:pt x="3150948" y="3150948"/>
                </a:lnTo>
                <a:lnTo>
                  <a:pt x="0" y="31509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3" r="-33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-1211809" y="-862594"/>
            <a:ext cx="21591975" cy="13061861"/>
          </a:xfrm>
          <a:custGeom>
            <a:avLst/>
            <a:gdLst/>
            <a:ahLst/>
            <a:cxnLst/>
            <a:rect l="l" t="t" r="r" b="b"/>
            <a:pathLst>
              <a:path w="21591975" h="13061861">
                <a:moveTo>
                  <a:pt x="0" y="0"/>
                </a:moveTo>
                <a:lnTo>
                  <a:pt x="21591975" y="0"/>
                </a:lnTo>
                <a:lnTo>
                  <a:pt x="21591975" y="13061862"/>
                </a:lnTo>
                <a:lnTo>
                  <a:pt x="0" y="130618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5888355" y="1717119"/>
            <a:ext cx="6511290" cy="19050"/>
            <a:chOff x="0" y="0"/>
            <a:chExt cx="8681720" cy="25400"/>
          </a:xfrm>
        </p:grpSpPr>
        <p:sp>
          <p:nvSpPr>
            <p:cNvPr id="6" name="Freeform 6"/>
            <p:cNvSpPr/>
            <p:nvPr/>
          </p:nvSpPr>
          <p:spPr>
            <a:xfrm>
              <a:off x="12700" y="0"/>
              <a:ext cx="8656320" cy="25400"/>
            </a:xfrm>
            <a:custGeom>
              <a:avLst/>
              <a:gdLst/>
              <a:ahLst/>
              <a:cxnLst/>
              <a:rect l="l" t="t" r="r" b="b"/>
              <a:pathLst>
                <a:path w="8656320" h="25400">
                  <a:moveTo>
                    <a:pt x="0" y="0"/>
                  </a:moveTo>
                  <a:lnTo>
                    <a:pt x="8656320" y="0"/>
                  </a:lnTo>
                  <a:lnTo>
                    <a:pt x="865632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40597C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632003" y="2935091"/>
            <a:ext cx="4310377" cy="6888070"/>
            <a:chOff x="0" y="0"/>
            <a:chExt cx="5747169" cy="918409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747131" cy="9184132"/>
            </a:xfrm>
            <a:custGeom>
              <a:avLst/>
              <a:gdLst/>
              <a:ahLst/>
              <a:cxnLst/>
              <a:rect l="l" t="t" r="r" b="b"/>
              <a:pathLst>
                <a:path w="5747131" h="9184132">
                  <a:moveTo>
                    <a:pt x="0" y="0"/>
                  </a:moveTo>
                  <a:lnTo>
                    <a:pt x="5747131" y="0"/>
                  </a:lnTo>
                  <a:lnTo>
                    <a:pt x="5747131" y="9184132"/>
                  </a:lnTo>
                  <a:lnTo>
                    <a:pt x="0" y="91841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0757" r="-100758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4267789" y="2903746"/>
            <a:ext cx="13775738" cy="7295400"/>
            <a:chOff x="0" y="0"/>
            <a:chExt cx="17342117" cy="918409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342104" cy="9184132"/>
            </a:xfrm>
            <a:custGeom>
              <a:avLst/>
              <a:gdLst/>
              <a:ahLst/>
              <a:cxnLst/>
              <a:rect l="l" t="t" r="r" b="b"/>
              <a:pathLst>
                <a:path w="17342104" h="9184132">
                  <a:moveTo>
                    <a:pt x="0" y="0"/>
                  </a:moveTo>
                  <a:lnTo>
                    <a:pt x="17342104" y="0"/>
                  </a:lnTo>
                  <a:lnTo>
                    <a:pt x="17342104" y="9184132"/>
                  </a:lnTo>
                  <a:lnTo>
                    <a:pt x="0" y="91841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9" b="-38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0114836" y="5803992"/>
            <a:ext cx="2661685" cy="3000442"/>
            <a:chOff x="0" y="0"/>
            <a:chExt cx="3548913" cy="400058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548888" cy="4000627"/>
            </a:xfrm>
            <a:custGeom>
              <a:avLst/>
              <a:gdLst/>
              <a:ahLst/>
              <a:cxnLst/>
              <a:rect l="l" t="t" r="r" b="b"/>
              <a:pathLst>
                <a:path w="3548888" h="4000627">
                  <a:moveTo>
                    <a:pt x="0" y="0"/>
                  </a:moveTo>
                  <a:lnTo>
                    <a:pt x="3548888" y="0"/>
                  </a:lnTo>
                  <a:lnTo>
                    <a:pt x="3548888" y="4000627"/>
                  </a:lnTo>
                  <a:lnTo>
                    <a:pt x="0" y="40006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797729" y="5143500"/>
            <a:ext cx="1958654" cy="1905714"/>
            <a:chOff x="0" y="0"/>
            <a:chExt cx="2611539" cy="254095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611501" cy="2541016"/>
            </a:xfrm>
            <a:custGeom>
              <a:avLst/>
              <a:gdLst/>
              <a:ahLst/>
              <a:cxnLst/>
              <a:rect l="l" t="t" r="r" b="b"/>
              <a:pathLst>
                <a:path w="2611501" h="2541016">
                  <a:moveTo>
                    <a:pt x="0" y="0"/>
                  </a:moveTo>
                  <a:lnTo>
                    <a:pt x="2611501" y="0"/>
                  </a:lnTo>
                  <a:lnTo>
                    <a:pt x="2611501" y="2541016"/>
                  </a:lnTo>
                  <a:lnTo>
                    <a:pt x="0" y="25410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-1" b="2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1797729" y="7352586"/>
            <a:ext cx="1921593" cy="1905714"/>
            <a:chOff x="0" y="0"/>
            <a:chExt cx="2562123" cy="254095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562098" cy="2541016"/>
            </a:xfrm>
            <a:custGeom>
              <a:avLst/>
              <a:gdLst/>
              <a:ahLst/>
              <a:cxnLst/>
              <a:rect l="l" t="t" r="r" b="b"/>
              <a:pathLst>
                <a:path w="2562098" h="2541016">
                  <a:moveTo>
                    <a:pt x="0" y="0"/>
                  </a:moveTo>
                  <a:lnTo>
                    <a:pt x="2562098" y="0"/>
                  </a:lnTo>
                  <a:lnTo>
                    <a:pt x="2562098" y="2541016"/>
                  </a:lnTo>
                  <a:lnTo>
                    <a:pt x="0" y="25410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46" r="-47" b="2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5711466" y="5803992"/>
            <a:ext cx="2792463" cy="2792463"/>
            <a:chOff x="0" y="0"/>
            <a:chExt cx="3723284" cy="372328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723259" cy="3723259"/>
            </a:xfrm>
            <a:custGeom>
              <a:avLst/>
              <a:gdLst/>
              <a:ahLst/>
              <a:cxnLst/>
              <a:rect l="l" t="t" r="r" b="b"/>
              <a:pathLst>
                <a:path w="3723259" h="3723259">
                  <a:moveTo>
                    <a:pt x="0" y="0"/>
                  </a:moveTo>
                  <a:lnTo>
                    <a:pt x="3723259" y="0"/>
                  </a:lnTo>
                  <a:lnTo>
                    <a:pt x="3723259" y="3723259"/>
                  </a:lnTo>
                  <a:lnTo>
                    <a:pt x="0" y="3723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38889" r="-38889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15057188" y="5084375"/>
            <a:ext cx="1503676" cy="1428488"/>
            <a:chOff x="0" y="0"/>
            <a:chExt cx="1892960" cy="179830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892935" cy="1798320"/>
            </a:xfrm>
            <a:custGeom>
              <a:avLst/>
              <a:gdLst/>
              <a:ahLst/>
              <a:cxnLst/>
              <a:rect l="l" t="t" r="r" b="b"/>
              <a:pathLst>
                <a:path w="1892935" h="1798320">
                  <a:moveTo>
                    <a:pt x="0" y="0"/>
                  </a:moveTo>
                  <a:lnTo>
                    <a:pt x="1892935" y="0"/>
                  </a:lnTo>
                  <a:lnTo>
                    <a:pt x="1892935" y="1798320"/>
                  </a:lnTo>
                  <a:lnTo>
                    <a:pt x="0" y="1798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r="-1"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14122773" y="6618770"/>
            <a:ext cx="1415394" cy="1317094"/>
            <a:chOff x="0" y="0"/>
            <a:chExt cx="1781823" cy="165807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781810" cy="1658112"/>
            </a:xfrm>
            <a:custGeom>
              <a:avLst/>
              <a:gdLst/>
              <a:ahLst/>
              <a:cxnLst/>
              <a:rect l="l" t="t" r="r" b="b"/>
              <a:pathLst>
                <a:path w="1781810" h="1658112">
                  <a:moveTo>
                    <a:pt x="0" y="0"/>
                  </a:moveTo>
                  <a:lnTo>
                    <a:pt x="1781810" y="0"/>
                  </a:lnTo>
                  <a:lnTo>
                    <a:pt x="1781810" y="1658112"/>
                  </a:lnTo>
                  <a:lnTo>
                    <a:pt x="0" y="1658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45" r="-45" b="2"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15848885" y="6560742"/>
            <a:ext cx="1537270" cy="1433139"/>
            <a:chOff x="0" y="0"/>
            <a:chExt cx="1935251" cy="180416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935226" cy="1804162"/>
            </a:xfrm>
            <a:custGeom>
              <a:avLst/>
              <a:gdLst/>
              <a:ahLst/>
              <a:cxnLst/>
              <a:rect l="l" t="t" r="r" b="b"/>
              <a:pathLst>
                <a:path w="1935226" h="1804162">
                  <a:moveTo>
                    <a:pt x="0" y="0"/>
                  </a:moveTo>
                  <a:lnTo>
                    <a:pt x="1935226" y="0"/>
                  </a:lnTo>
                  <a:lnTo>
                    <a:pt x="1935226" y="1804162"/>
                  </a:lnTo>
                  <a:lnTo>
                    <a:pt x="0" y="1804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t="-16" r="-1" b="-15"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14270122" y="8158441"/>
            <a:ext cx="1442440" cy="1442440"/>
            <a:chOff x="0" y="0"/>
            <a:chExt cx="1815871" cy="181587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815846" cy="1815846"/>
            </a:xfrm>
            <a:custGeom>
              <a:avLst/>
              <a:gdLst/>
              <a:ahLst/>
              <a:cxnLst/>
              <a:rect l="l" t="t" r="r" b="b"/>
              <a:pathLst>
                <a:path w="1815846" h="1815846">
                  <a:moveTo>
                    <a:pt x="0" y="0"/>
                  </a:moveTo>
                  <a:lnTo>
                    <a:pt x="1815846" y="0"/>
                  </a:lnTo>
                  <a:lnTo>
                    <a:pt x="1815846" y="1815846"/>
                  </a:lnTo>
                  <a:lnTo>
                    <a:pt x="0" y="18158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r="-1" b="-1"/>
              </a:stretch>
            </a:blipFill>
          </p:spPr>
        </p:sp>
      </p:grpSp>
      <p:grpSp>
        <p:nvGrpSpPr>
          <p:cNvPr id="27" name="Group 27"/>
          <p:cNvGrpSpPr/>
          <p:nvPr/>
        </p:nvGrpSpPr>
        <p:grpSpPr>
          <a:xfrm>
            <a:off x="15903826" y="8158733"/>
            <a:ext cx="1482329" cy="1482329"/>
            <a:chOff x="0" y="0"/>
            <a:chExt cx="1866087" cy="186608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866138" cy="1866138"/>
            </a:xfrm>
            <a:custGeom>
              <a:avLst/>
              <a:gdLst/>
              <a:ahLst/>
              <a:cxnLst/>
              <a:rect l="l" t="t" r="r" b="b"/>
              <a:pathLst>
                <a:path w="1866138" h="1866138">
                  <a:moveTo>
                    <a:pt x="0" y="0"/>
                  </a:moveTo>
                  <a:lnTo>
                    <a:pt x="1866138" y="0"/>
                  </a:lnTo>
                  <a:lnTo>
                    <a:pt x="1866138" y="1866138"/>
                  </a:lnTo>
                  <a:lnTo>
                    <a:pt x="0" y="18661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r="2" b="2"/>
              </a:stretch>
            </a:blipFill>
          </p:spPr>
        </p:sp>
      </p:grpSp>
      <p:sp>
        <p:nvSpPr>
          <p:cNvPr id="29" name="TextBox 29"/>
          <p:cNvSpPr txBox="1"/>
          <p:nvPr/>
        </p:nvSpPr>
        <p:spPr>
          <a:xfrm>
            <a:off x="4678204" y="336128"/>
            <a:ext cx="8931593" cy="1080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50"/>
              </a:lnSpc>
            </a:pPr>
            <a:r>
              <a:rPr lang="en-US" sz="5464" spc="-53">
                <a:solidFill>
                  <a:srgbClr val="348BFF"/>
                </a:solidFill>
                <a:latin typeface="Mokoto"/>
                <a:ea typeface="Mokoto"/>
                <a:cs typeface="Mokoto"/>
                <a:sym typeface="Mokoto"/>
              </a:rPr>
              <a:t>USED PROGRAMS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273016" y="2211124"/>
            <a:ext cx="4178017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spc="-30">
                <a:solidFill>
                  <a:srgbClr val="2AC2F3"/>
                </a:solidFill>
                <a:latin typeface="Mokoto"/>
                <a:ea typeface="Mokoto"/>
                <a:cs typeface="Mokoto"/>
                <a:sym typeface="Mokoto"/>
              </a:rPr>
              <a:t>LANGUAGE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942380" y="2211124"/>
            <a:ext cx="4330636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spc="-30">
                <a:solidFill>
                  <a:srgbClr val="2AC2F3"/>
                </a:solidFill>
                <a:latin typeface="Mokoto"/>
                <a:ea typeface="Mokoto"/>
                <a:cs typeface="Mokoto"/>
                <a:sym typeface="Mokoto"/>
              </a:rPr>
              <a:t>CODE EDITORS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11743" y="2211124"/>
            <a:ext cx="4330636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spc="-30">
                <a:solidFill>
                  <a:srgbClr val="2AC2F3"/>
                </a:solidFill>
                <a:latin typeface="Mokoto"/>
                <a:ea typeface="Mokoto"/>
                <a:cs typeface="Mokoto"/>
                <a:sym typeface="Mokoto"/>
              </a:rPr>
              <a:t>DESIGN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609796" y="1651206"/>
            <a:ext cx="4534129" cy="1217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3000" spc="-30">
                <a:solidFill>
                  <a:srgbClr val="2AC2F3"/>
                </a:solidFill>
                <a:latin typeface="Mokoto"/>
                <a:ea typeface="Mokoto"/>
                <a:cs typeface="Mokoto"/>
                <a:sym typeface="Mokoto"/>
              </a:rPr>
              <a:t>COMMUNICATION</a:t>
            </a:r>
          </a:p>
          <a:p>
            <a:pPr algn="ctr">
              <a:lnSpc>
                <a:spcPts val="3240"/>
              </a:lnSpc>
            </a:pPr>
            <a:r>
              <a:rPr lang="en-US" sz="3000" spc="-30">
                <a:solidFill>
                  <a:srgbClr val="2AC2F3"/>
                </a:solidFill>
                <a:latin typeface="Mokoto"/>
                <a:ea typeface="Mokoto"/>
                <a:cs typeface="Mokoto"/>
                <a:sym typeface="Mokoto"/>
              </a:rPr>
              <a:t>&amp;  DOCUMENTATION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-966861" y="-204918"/>
            <a:ext cx="19369469" cy="10895327"/>
            <a:chOff x="0" y="0"/>
            <a:chExt cx="24384000" cy="137160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3" r="-33"/>
              </a:stretch>
            </a:blipFill>
          </p:spPr>
        </p:sp>
      </p:grpSp>
      <p:sp>
        <p:nvSpPr>
          <p:cNvPr id="36" name="Freeform 36"/>
          <p:cNvSpPr/>
          <p:nvPr/>
        </p:nvSpPr>
        <p:spPr>
          <a:xfrm>
            <a:off x="-1211809" y="-862598"/>
            <a:ext cx="21591975" cy="13061861"/>
          </a:xfrm>
          <a:custGeom>
            <a:avLst/>
            <a:gdLst/>
            <a:ahLst/>
            <a:cxnLst/>
            <a:rect l="l" t="t" r="r" b="b"/>
            <a:pathLst>
              <a:path w="21591975" h="13061861">
                <a:moveTo>
                  <a:pt x="0" y="0"/>
                </a:moveTo>
                <a:lnTo>
                  <a:pt x="21591975" y="0"/>
                </a:lnTo>
                <a:lnTo>
                  <a:pt x="21591975" y="13061861"/>
                </a:lnTo>
                <a:lnTo>
                  <a:pt x="0" y="130618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7" name="Group 37"/>
          <p:cNvGrpSpPr/>
          <p:nvPr/>
        </p:nvGrpSpPr>
        <p:grpSpPr>
          <a:xfrm>
            <a:off x="5888355" y="1717115"/>
            <a:ext cx="6511290" cy="19050"/>
            <a:chOff x="0" y="0"/>
            <a:chExt cx="8681720" cy="25400"/>
          </a:xfrm>
        </p:grpSpPr>
        <p:sp>
          <p:nvSpPr>
            <p:cNvPr id="38" name="Freeform 38"/>
            <p:cNvSpPr/>
            <p:nvPr/>
          </p:nvSpPr>
          <p:spPr>
            <a:xfrm>
              <a:off x="12700" y="0"/>
              <a:ext cx="8656320" cy="25400"/>
            </a:xfrm>
            <a:custGeom>
              <a:avLst/>
              <a:gdLst/>
              <a:ahLst/>
              <a:cxnLst/>
              <a:rect l="l" t="t" r="r" b="b"/>
              <a:pathLst>
                <a:path w="8656320" h="25400">
                  <a:moveTo>
                    <a:pt x="0" y="0"/>
                  </a:moveTo>
                  <a:lnTo>
                    <a:pt x="8656320" y="0"/>
                  </a:lnTo>
                  <a:lnTo>
                    <a:pt x="865632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40597C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632003" y="2935086"/>
            <a:ext cx="4310377" cy="6888070"/>
            <a:chOff x="0" y="0"/>
            <a:chExt cx="5747169" cy="9184094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5747131" cy="9184132"/>
            </a:xfrm>
            <a:custGeom>
              <a:avLst/>
              <a:gdLst/>
              <a:ahLst/>
              <a:cxnLst/>
              <a:rect l="l" t="t" r="r" b="b"/>
              <a:pathLst>
                <a:path w="5747131" h="9184132">
                  <a:moveTo>
                    <a:pt x="0" y="0"/>
                  </a:moveTo>
                  <a:lnTo>
                    <a:pt x="5747131" y="0"/>
                  </a:lnTo>
                  <a:lnTo>
                    <a:pt x="5747131" y="9184132"/>
                  </a:lnTo>
                  <a:lnTo>
                    <a:pt x="0" y="91841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0757" r="-100758"/>
              </a:stretch>
            </a:blipFill>
          </p:spPr>
        </p:sp>
      </p:grpSp>
      <p:grpSp>
        <p:nvGrpSpPr>
          <p:cNvPr id="41" name="Group 41"/>
          <p:cNvGrpSpPr/>
          <p:nvPr/>
        </p:nvGrpSpPr>
        <p:grpSpPr>
          <a:xfrm>
            <a:off x="4942380" y="2935086"/>
            <a:ext cx="13006588" cy="6888070"/>
            <a:chOff x="0" y="0"/>
            <a:chExt cx="17342117" cy="9184094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7342104" cy="9184132"/>
            </a:xfrm>
            <a:custGeom>
              <a:avLst/>
              <a:gdLst/>
              <a:ahLst/>
              <a:cxnLst/>
              <a:rect l="l" t="t" r="r" b="b"/>
              <a:pathLst>
                <a:path w="17342104" h="9184132">
                  <a:moveTo>
                    <a:pt x="0" y="0"/>
                  </a:moveTo>
                  <a:lnTo>
                    <a:pt x="17342104" y="0"/>
                  </a:lnTo>
                  <a:lnTo>
                    <a:pt x="17342104" y="9184132"/>
                  </a:lnTo>
                  <a:lnTo>
                    <a:pt x="0" y="91841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9" b="-38"/>
              </a:stretch>
            </a:blipFill>
          </p:spPr>
        </p:sp>
      </p:grpSp>
      <p:grpSp>
        <p:nvGrpSpPr>
          <p:cNvPr id="43" name="Group 43"/>
          <p:cNvGrpSpPr/>
          <p:nvPr/>
        </p:nvGrpSpPr>
        <p:grpSpPr>
          <a:xfrm>
            <a:off x="10114836" y="5803987"/>
            <a:ext cx="2661685" cy="3000442"/>
            <a:chOff x="0" y="0"/>
            <a:chExt cx="3548913" cy="400058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3548888" cy="4000627"/>
            </a:xfrm>
            <a:custGeom>
              <a:avLst/>
              <a:gdLst/>
              <a:ahLst/>
              <a:cxnLst/>
              <a:rect l="l" t="t" r="r" b="b"/>
              <a:pathLst>
                <a:path w="3548888" h="4000627">
                  <a:moveTo>
                    <a:pt x="0" y="0"/>
                  </a:moveTo>
                  <a:lnTo>
                    <a:pt x="3548888" y="0"/>
                  </a:lnTo>
                  <a:lnTo>
                    <a:pt x="3548888" y="4000627"/>
                  </a:lnTo>
                  <a:lnTo>
                    <a:pt x="0" y="40006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45" name="Group 45"/>
          <p:cNvGrpSpPr/>
          <p:nvPr/>
        </p:nvGrpSpPr>
        <p:grpSpPr>
          <a:xfrm>
            <a:off x="1797729" y="5143495"/>
            <a:ext cx="1958654" cy="1905714"/>
            <a:chOff x="0" y="0"/>
            <a:chExt cx="2611539" cy="2540952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611501" cy="2541016"/>
            </a:xfrm>
            <a:custGeom>
              <a:avLst/>
              <a:gdLst/>
              <a:ahLst/>
              <a:cxnLst/>
              <a:rect l="l" t="t" r="r" b="b"/>
              <a:pathLst>
                <a:path w="2611501" h="2541016">
                  <a:moveTo>
                    <a:pt x="0" y="0"/>
                  </a:moveTo>
                  <a:lnTo>
                    <a:pt x="2611501" y="0"/>
                  </a:lnTo>
                  <a:lnTo>
                    <a:pt x="2611501" y="2541016"/>
                  </a:lnTo>
                  <a:lnTo>
                    <a:pt x="0" y="25410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-1" b="2"/>
              </a:stretch>
            </a:blipFill>
          </p:spPr>
        </p:sp>
      </p:grpSp>
      <p:grpSp>
        <p:nvGrpSpPr>
          <p:cNvPr id="47" name="Group 47"/>
          <p:cNvGrpSpPr/>
          <p:nvPr/>
        </p:nvGrpSpPr>
        <p:grpSpPr>
          <a:xfrm>
            <a:off x="1797729" y="7352581"/>
            <a:ext cx="1921593" cy="1905714"/>
            <a:chOff x="0" y="0"/>
            <a:chExt cx="2562123" cy="2540952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562098" cy="2541016"/>
            </a:xfrm>
            <a:custGeom>
              <a:avLst/>
              <a:gdLst/>
              <a:ahLst/>
              <a:cxnLst/>
              <a:rect l="l" t="t" r="r" b="b"/>
              <a:pathLst>
                <a:path w="2562098" h="2541016">
                  <a:moveTo>
                    <a:pt x="0" y="0"/>
                  </a:moveTo>
                  <a:lnTo>
                    <a:pt x="2562098" y="0"/>
                  </a:lnTo>
                  <a:lnTo>
                    <a:pt x="2562098" y="2541016"/>
                  </a:lnTo>
                  <a:lnTo>
                    <a:pt x="0" y="25410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46" r="-47" b="2"/>
              </a:stretch>
            </a:blipFill>
          </p:spPr>
        </p:sp>
      </p:grpSp>
      <p:grpSp>
        <p:nvGrpSpPr>
          <p:cNvPr id="49" name="Group 49"/>
          <p:cNvGrpSpPr/>
          <p:nvPr/>
        </p:nvGrpSpPr>
        <p:grpSpPr>
          <a:xfrm>
            <a:off x="5711466" y="5803987"/>
            <a:ext cx="2792463" cy="2792463"/>
            <a:chOff x="0" y="0"/>
            <a:chExt cx="3723284" cy="3723284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3723259" cy="3723259"/>
            </a:xfrm>
            <a:custGeom>
              <a:avLst/>
              <a:gdLst/>
              <a:ahLst/>
              <a:cxnLst/>
              <a:rect l="l" t="t" r="r" b="b"/>
              <a:pathLst>
                <a:path w="3723259" h="3723259">
                  <a:moveTo>
                    <a:pt x="0" y="0"/>
                  </a:moveTo>
                  <a:lnTo>
                    <a:pt x="3723259" y="0"/>
                  </a:lnTo>
                  <a:lnTo>
                    <a:pt x="3723259" y="3723259"/>
                  </a:lnTo>
                  <a:lnTo>
                    <a:pt x="0" y="3723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38889" r="-38889"/>
              </a:stretch>
            </a:blipFill>
          </p:spPr>
        </p:sp>
      </p:grpSp>
      <p:grpSp>
        <p:nvGrpSpPr>
          <p:cNvPr id="51" name="Group 51"/>
          <p:cNvGrpSpPr/>
          <p:nvPr/>
        </p:nvGrpSpPr>
        <p:grpSpPr>
          <a:xfrm>
            <a:off x="15057188" y="5084370"/>
            <a:ext cx="1503676" cy="1428488"/>
            <a:chOff x="0" y="0"/>
            <a:chExt cx="1892960" cy="1798307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892935" cy="1798320"/>
            </a:xfrm>
            <a:custGeom>
              <a:avLst/>
              <a:gdLst/>
              <a:ahLst/>
              <a:cxnLst/>
              <a:rect l="l" t="t" r="r" b="b"/>
              <a:pathLst>
                <a:path w="1892935" h="1798320">
                  <a:moveTo>
                    <a:pt x="0" y="0"/>
                  </a:moveTo>
                  <a:lnTo>
                    <a:pt x="1892935" y="0"/>
                  </a:lnTo>
                  <a:lnTo>
                    <a:pt x="1892935" y="1798320"/>
                  </a:lnTo>
                  <a:lnTo>
                    <a:pt x="0" y="1798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r="-1"/>
              </a:stretch>
            </a:blipFill>
          </p:spPr>
        </p:sp>
      </p:grpSp>
      <p:grpSp>
        <p:nvGrpSpPr>
          <p:cNvPr id="53" name="Group 53"/>
          <p:cNvGrpSpPr/>
          <p:nvPr/>
        </p:nvGrpSpPr>
        <p:grpSpPr>
          <a:xfrm>
            <a:off x="14122773" y="6618765"/>
            <a:ext cx="1415394" cy="1317094"/>
            <a:chOff x="0" y="0"/>
            <a:chExt cx="1781823" cy="1658074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781810" cy="1658112"/>
            </a:xfrm>
            <a:custGeom>
              <a:avLst/>
              <a:gdLst/>
              <a:ahLst/>
              <a:cxnLst/>
              <a:rect l="l" t="t" r="r" b="b"/>
              <a:pathLst>
                <a:path w="1781810" h="1658112">
                  <a:moveTo>
                    <a:pt x="0" y="0"/>
                  </a:moveTo>
                  <a:lnTo>
                    <a:pt x="1781810" y="0"/>
                  </a:lnTo>
                  <a:lnTo>
                    <a:pt x="1781810" y="1658112"/>
                  </a:lnTo>
                  <a:lnTo>
                    <a:pt x="0" y="1658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45" r="-45" b="2"/>
              </a:stretch>
            </a:blipFill>
          </p:spPr>
        </p:sp>
      </p:grpSp>
      <p:grpSp>
        <p:nvGrpSpPr>
          <p:cNvPr id="55" name="Group 55"/>
          <p:cNvGrpSpPr/>
          <p:nvPr/>
        </p:nvGrpSpPr>
        <p:grpSpPr>
          <a:xfrm>
            <a:off x="15848885" y="6560737"/>
            <a:ext cx="1537270" cy="1433139"/>
            <a:chOff x="0" y="0"/>
            <a:chExt cx="1935251" cy="1804162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935226" cy="1804162"/>
            </a:xfrm>
            <a:custGeom>
              <a:avLst/>
              <a:gdLst/>
              <a:ahLst/>
              <a:cxnLst/>
              <a:rect l="l" t="t" r="r" b="b"/>
              <a:pathLst>
                <a:path w="1935226" h="1804162">
                  <a:moveTo>
                    <a:pt x="0" y="0"/>
                  </a:moveTo>
                  <a:lnTo>
                    <a:pt x="1935226" y="0"/>
                  </a:lnTo>
                  <a:lnTo>
                    <a:pt x="1935226" y="1804162"/>
                  </a:lnTo>
                  <a:lnTo>
                    <a:pt x="0" y="1804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t="-16" r="-1" b="-15"/>
              </a:stretch>
            </a:blipFill>
          </p:spPr>
        </p:sp>
      </p:grpSp>
      <p:grpSp>
        <p:nvGrpSpPr>
          <p:cNvPr id="57" name="Group 57"/>
          <p:cNvGrpSpPr/>
          <p:nvPr/>
        </p:nvGrpSpPr>
        <p:grpSpPr>
          <a:xfrm>
            <a:off x="14270122" y="8158436"/>
            <a:ext cx="1442440" cy="1442440"/>
            <a:chOff x="0" y="0"/>
            <a:chExt cx="1815871" cy="1815871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815846" cy="1815846"/>
            </a:xfrm>
            <a:custGeom>
              <a:avLst/>
              <a:gdLst/>
              <a:ahLst/>
              <a:cxnLst/>
              <a:rect l="l" t="t" r="r" b="b"/>
              <a:pathLst>
                <a:path w="1815846" h="1815846">
                  <a:moveTo>
                    <a:pt x="0" y="0"/>
                  </a:moveTo>
                  <a:lnTo>
                    <a:pt x="1815846" y="0"/>
                  </a:lnTo>
                  <a:lnTo>
                    <a:pt x="1815846" y="1815846"/>
                  </a:lnTo>
                  <a:lnTo>
                    <a:pt x="0" y="18158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r="-1" b="-1"/>
              </a:stretch>
            </a:blipFill>
          </p:spPr>
        </p:sp>
      </p:grpSp>
      <p:grpSp>
        <p:nvGrpSpPr>
          <p:cNvPr id="59" name="Group 59"/>
          <p:cNvGrpSpPr/>
          <p:nvPr/>
        </p:nvGrpSpPr>
        <p:grpSpPr>
          <a:xfrm>
            <a:off x="15903826" y="8158728"/>
            <a:ext cx="1482329" cy="1482329"/>
            <a:chOff x="0" y="0"/>
            <a:chExt cx="1866087" cy="1866087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866138" cy="1866138"/>
            </a:xfrm>
            <a:custGeom>
              <a:avLst/>
              <a:gdLst/>
              <a:ahLst/>
              <a:cxnLst/>
              <a:rect l="l" t="t" r="r" b="b"/>
              <a:pathLst>
                <a:path w="1866138" h="1866138">
                  <a:moveTo>
                    <a:pt x="0" y="0"/>
                  </a:moveTo>
                  <a:lnTo>
                    <a:pt x="1866138" y="0"/>
                  </a:lnTo>
                  <a:lnTo>
                    <a:pt x="1866138" y="1866138"/>
                  </a:lnTo>
                  <a:lnTo>
                    <a:pt x="0" y="18661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r="2" b="2"/>
              </a:stretch>
            </a:blipFill>
          </p:spPr>
        </p:sp>
      </p:grpSp>
      <p:sp>
        <p:nvSpPr>
          <p:cNvPr id="61" name="TextBox 61"/>
          <p:cNvSpPr txBox="1"/>
          <p:nvPr/>
        </p:nvSpPr>
        <p:spPr>
          <a:xfrm>
            <a:off x="5609863" y="195708"/>
            <a:ext cx="6648268" cy="1426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97"/>
              </a:lnSpc>
            </a:pPr>
            <a:r>
              <a:rPr lang="en-US" sz="8331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Used programs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872998" y="1925369"/>
            <a:ext cx="1771055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Design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5473714" y="1925369"/>
            <a:ext cx="3267968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code editors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3609796" y="1004624"/>
            <a:ext cx="4303566" cy="1797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00"/>
              </a:lnSpc>
            </a:pPr>
            <a:r>
              <a:rPr lang="en-US" sz="50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Communication &amp; Documentation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0277771" y="1925369"/>
            <a:ext cx="2498750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Language</a:t>
            </a:r>
          </a:p>
        </p:txBody>
      </p:sp>
      <p:sp>
        <p:nvSpPr>
          <p:cNvPr id="66" name="Freeform 66"/>
          <p:cNvSpPr/>
          <p:nvPr/>
        </p:nvSpPr>
        <p:spPr>
          <a:xfrm>
            <a:off x="222255" y="-1006499"/>
            <a:ext cx="3150948" cy="3150948"/>
          </a:xfrm>
          <a:custGeom>
            <a:avLst/>
            <a:gdLst/>
            <a:ahLst/>
            <a:cxnLst/>
            <a:rect l="l" t="t" r="r" b="b"/>
            <a:pathLst>
              <a:path w="3150948" h="3150948">
                <a:moveTo>
                  <a:pt x="0" y="0"/>
                </a:moveTo>
                <a:lnTo>
                  <a:pt x="3150948" y="0"/>
                </a:lnTo>
                <a:lnTo>
                  <a:pt x="3150948" y="3150948"/>
                </a:lnTo>
                <a:lnTo>
                  <a:pt x="0" y="3150948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374770">
            <a:off x="-1666180" y="6478089"/>
            <a:ext cx="20251759" cy="18180272"/>
            <a:chOff x="0" y="0"/>
            <a:chExt cx="5333797" cy="47882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33797" cy="4788220"/>
            </a:xfrm>
            <a:custGeom>
              <a:avLst/>
              <a:gdLst/>
              <a:ahLst/>
              <a:cxnLst/>
              <a:rect l="l" t="t" r="r" b="b"/>
              <a:pathLst>
                <a:path w="5333797" h="4788220">
                  <a:moveTo>
                    <a:pt x="0" y="0"/>
                  </a:moveTo>
                  <a:lnTo>
                    <a:pt x="5333797" y="0"/>
                  </a:lnTo>
                  <a:lnTo>
                    <a:pt x="5333797" y="4788220"/>
                  </a:lnTo>
                  <a:lnTo>
                    <a:pt x="0" y="4788220"/>
                  </a:lnTo>
                  <a:close/>
                </a:path>
              </a:pathLst>
            </a:custGeom>
            <a:gradFill rotWithShape="1">
              <a:gsLst>
                <a:gs pos="0">
                  <a:srgbClr val="27DDDF">
                    <a:alpha val="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5333797" cy="47691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080871" y="3754319"/>
            <a:ext cx="14126257" cy="4105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51"/>
              </a:lnSpc>
            </a:pPr>
            <a:r>
              <a:rPr lang="en-US" sz="14279" b="1" spc="-599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Let's jump to the project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226321" y="-4893170"/>
            <a:ext cx="10260281" cy="8229600"/>
          </a:xfrm>
          <a:custGeom>
            <a:avLst/>
            <a:gdLst/>
            <a:ahLst/>
            <a:cxnLst/>
            <a:rect l="l" t="t" r="r" b="b"/>
            <a:pathLst>
              <a:path w="10260281" h="8229600">
                <a:moveTo>
                  <a:pt x="0" y="0"/>
                </a:moveTo>
                <a:lnTo>
                  <a:pt x="10260280" y="0"/>
                </a:lnTo>
                <a:lnTo>
                  <a:pt x="1026028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1485033" y="-275173"/>
            <a:ext cx="7480758" cy="3297768"/>
          </a:xfrm>
          <a:custGeom>
            <a:avLst/>
            <a:gdLst/>
            <a:ahLst/>
            <a:cxnLst/>
            <a:rect l="l" t="t" r="r" b="b"/>
            <a:pathLst>
              <a:path w="7480758" h="3297768">
                <a:moveTo>
                  <a:pt x="7480758" y="3297767"/>
                </a:moveTo>
                <a:lnTo>
                  <a:pt x="0" y="3297767"/>
                </a:lnTo>
                <a:lnTo>
                  <a:pt x="0" y="0"/>
                </a:lnTo>
                <a:lnTo>
                  <a:pt x="7480758" y="0"/>
                </a:lnTo>
                <a:lnTo>
                  <a:pt x="7480758" y="329776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648180" y="8089934"/>
            <a:ext cx="6065826" cy="2674018"/>
          </a:xfrm>
          <a:custGeom>
            <a:avLst/>
            <a:gdLst/>
            <a:ahLst/>
            <a:cxnLst/>
            <a:rect l="l" t="t" r="r" b="b"/>
            <a:pathLst>
              <a:path w="6065826" h="2674018">
                <a:moveTo>
                  <a:pt x="0" y="0"/>
                </a:moveTo>
                <a:lnTo>
                  <a:pt x="6065826" y="0"/>
                </a:lnTo>
                <a:lnTo>
                  <a:pt x="6065826" y="2674018"/>
                </a:lnTo>
                <a:lnTo>
                  <a:pt x="0" y="2674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1941170" y="8892668"/>
            <a:ext cx="7949063" cy="7971710"/>
          </a:xfrm>
          <a:custGeom>
            <a:avLst/>
            <a:gdLst/>
            <a:ahLst/>
            <a:cxnLst/>
            <a:rect l="l" t="t" r="r" b="b"/>
            <a:pathLst>
              <a:path w="7949063" h="7971710">
                <a:moveTo>
                  <a:pt x="7949062" y="0"/>
                </a:moveTo>
                <a:lnTo>
                  <a:pt x="0" y="0"/>
                </a:lnTo>
                <a:lnTo>
                  <a:pt x="0" y="7971710"/>
                </a:lnTo>
                <a:lnTo>
                  <a:pt x="7949062" y="7971710"/>
                </a:lnTo>
                <a:lnTo>
                  <a:pt x="794906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-1698038" y="-1715344"/>
            <a:ext cx="4043362" cy="4114800"/>
          </a:xfrm>
          <a:custGeom>
            <a:avLst/>
            <a:gdLst/>
            <a:ahLst/>
            <a:cxnLst/>
            <a:rect l="l" t="t" r="r" b="b"/>
            <a:pathLst>
              <a:path w="4043362" h="4114800">
                <a:moveTo>
                  <a:pt x="4043363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043363" y="0"/>
                </a:lnTo>
                <a:lnTo>
                  <a:pt x="4043363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5400000">
            <a:off x="-1376367" y="3428684"/>
            <a:ext cx="2512488" cy="3768732"/>
          </a:xfrm>
          <a:custGeom>
            <a:avLst/>
            <a:gdLst/>
            <a:ahLst/>
            <a:cxnLst/>
            <a:rect l="l" t="t" r="r" b="b"/>
            <a:pathLst>
              <a:path w="2512488" h="3768732">
                <a:moveTo>
                  <a:pt x="0" y="0"/>
                </a:moveTo>
                <a:lnTo>
                  <a:pt x="2512488" y="0"/>
                </a:lnTo>
                <a:lnTo>
                  <a:pt x="2512488" y="3768732"/>
                </a:lnTo>
                <a:lnTo>
                  <a:pt x="0" y="376873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811174" y="-4660026"/>
            <a:ext cx="10260281" cy="8229600"/>
          </a:xfrm>
          <a:custGeom>
            <a:avLst/>
            <a:gdLst/>
            <a:ahLst/>
            <a:cxnLst/>
            <a:rect l="l" t="t" r="r" b="b"/>
            <a:pathLst>
              <a:path w="10260281" h="8229600">
                <a:moveTo>
                  <a:pt x="0" y="0"/>
                </a:moveTo>
                <a:lnTo>
                  <a:pt x="10260281" y="0"/>
                </a:lnTo>
                <a:lnTo>
                  <a:pt x="1026028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431051">
            <a:off x="477419" y="5943881"/>
            <a:ext cx="5608617" cy="2811319"/>
          </a:xfrm>
          <a:custGeom>
            <a:avLst/>
            <a:gdLst/>
            <a:ahLst/>
            <a:cxnLst/>
            <a:rect l="l" t="t" r="r" b="b"/>
            <a:pathLst>
              <a:path w="5608617" h="2811319">
                <a:moveTo>
                  <a:pt x="0" y="0"/>
                </a:moveTo>
                <a:lnTo>
                  <a:pt x="5608616" y="0"/>
                </a:lnTo>
                <a:lnTo>
                  <a:pt x="5608616" y="2811319"/>
                </a:lnTo>
                <a:lnTo>
                  <a:pt x="0" y="28113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028700" y="-3959541"/>
            <a:ext cx="16032694" cy="16032694"/>
          </a:xfrm>
          <a:custGeom>
            <a:avLst/>
            <a:gdLst/>
            <a:ahLst/>
            <a:cxnLst/>
            <a:rect l="l" t="t" r="r" b="b"/>
            <a:pathLst>
              <a:path w="16032694" h="16032694">
                <a:moveTo>
                  <a:pt x="0" y="0"/>
                </a:moveTo>
                <a:lnTo>
                  <a:pt x="16032694" y="0"/>
                </a:lnTo>
                <a:lnTo>
                  <a:pt x="16032694" y="16032694"/>
                </a:lnTo>
                <a:lnTo>
                  <a:pt x="0" y="1603269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StructForce_Presentation.pptx</dc:title>
  <cp:revision>4</cp:revision>
  <dcterms:created xsi:type="dcterms:W3CDTF">2006-08-16T00:00:00Z</dcterms:created>
  <dcterms:modified xsi:type="dcterms:W3CDTF">2026-05-16T11:12:18Z</dcterms:modified>
  <dc:identifier>DAHJt27v048</dc:identifier>
</cp:coreProperties>
</file>